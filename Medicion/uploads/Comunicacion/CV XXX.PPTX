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4" r:id="rId2"/>
  </p:sldMasterIdLst>
  <p:notesMasterIdLst>
    <p:notesMasterId r:id="rId4"/>
  </p:notesMasterIdLst>
  <p:sldIdLst>
    <p:sldId id="265" r:id="rId3"/>
  </p:sldIdLst>
  <p:sldSz cx="9144000" cy="6858000" type="screen4x3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cción sin título" id="{16B738F9-8827-490B-AEB5-4B2BCD7E51D3}">
          <p14:sldIdLst>
            <p14:sldId id="26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245" autoAdjust="0"/>
    <p:restoredTop sz="94660"/>
  </p:normalViewPr>
  <p:slideViewPr>
    <p:cSldViewPr>
      <p:cViewPr varScale="1">
        <p:scale>
          <a:sx n="87" d="100"/>
          <a:sy n="87" d="100"/>
        </p:scale>
        <p:origin x="1714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3468D3-D88E-41AE-AD53-C2A49C2B9C67}" type="datetimeFigureOut">
              <a:rPr lang="es-CL" smtClean="0"/>
              <a:t>09-09-2016</a:t>
            </a:fld>
            <a:endParaRPr lang="es-CL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L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91A8A2-F180-434C-A68A-E44940557A9A}" type="slidenum">
              <a:rPr lang="es-CL" smtClean="0"/>
              <a:t>‹Nº›</a:t>
            </a:fld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6972195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6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4" name="Rectangle 60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C881AA-073E-45F4-8B8B-7AB0AB711D30}" type="slidenum">
              <a:rPr lang="en-US">
                <a:solidFill>
                  <a:srgbClr val="000000"/>
                </a:solidFill>
              </a:rPr>
              <a:pPr>
                <a:defRPr/>
              </a:pPr>
              <a:t>‹Nº›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5" name="Rectangle 6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s-CL" dirty="0">
                <a:solidFill>
                  <a:srgbClr val="000000"/>
                </a:solidFill>
              </a:rPr>
              <a:t>© 2013 Accenture. Todos los derechos reservados.</a:t>
            </a:r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08755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182563" y="319749"/>
            <a:ext cx="6218237" cy="731837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Rectangle 60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DB2B465-D7D4-4BD9-915E-1F6AC440BC2E}" type="slidenum">
              <a:rPr lang="en-US">
                <a:solidFill>
                  <a:srgbClr val="000000"/>
                </a:solidFill>
              </a:rPr>
              <a:pPr>
                <a:defRPr/>
              </a:pPr>
              <a:t>‹Nº›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5" name="Rectangle 6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s-ES" dirty="0">
                <a:solidFill>
                  <a:srgbClr val="000000"/>
                </a:solidFill>
              </a:rPr>
              <a:t>© 2013 Accenture. Todos los derechos reservados.</a:t>
            </a:r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64161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CL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2"/>
          </p:nvPr>
        </p:nvSpPr>
        <p:spPr>
          <a:xfrm>
            <a:off x="181882" y="1143025"/>
            <a:ext cx="8596312" cy="366712"/>
          </a:xfrm>
        </p:spPr>
        <p:txBody>
          <a:bodyPr/>
          <a:lstStyle>
            <a:lvl1pPr marL="0" indent="0">
              <a:buFontTx/>
              <a:buNone/>
              <a:defRPr sz="1800" b="1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Rectangle 60"/>
          <p:cNvSpPr>
            <a:spLocks noGrp="1" noChangeArrowheads="1"/>
          </p:cNvSpPr>
          <p:nvPr>
            <p:ph type="sldNum" sz="quarter" idx="13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ED157B3-C63E-4B6D-B8B4-B003ADB4F4F6}" type="slidenum">
              <a:rPr lang="en-US">
                <a:solidFill>
                  <a:srgbClr val="000000"/>
                </a:solidFill>
              </a:rPr>
              <a:pPr>
                <a:defRPr/>
              </a:pPr>
              <a:t>‹Nº›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5" name="Rectangle 62"/>
          <p:cNvSpPr>
            <a:spLocks noGrp="1" noChangeArrowheads="1"/>
          </p:cNvSpPr>
          <p:nvPr>
            <p:ph type="ftr" sz="quarter" idx="14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s-CL" dirty="0">
                <a:solidFill>
                  <a:srgbClr val="000000"/>
                </a:solidFill>
              </a:rPr>
              <a:t>© 2013 Accenture. Todos los derechos reservados.</a:t>
            </a:r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761308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, Sub-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250824" y="1800000"/>
            <a:ext cx="8642279" cy="457136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0" tIns="36000" rIns="0" bIns="0"/>
          <a:lstStyle>
            <a:lvl1pPr marL="180000" indent="-179388" algn="l" rtl="0" eaLnBrk="1" fontAlgn="base" hangingPunct="1">
              <a:spcBef>
                <a:spcPts val="800"/>
              </a:spcBef>
              <a:spcAft>
                <a:spcPct val="0"/>
              </a:spcAft>
              <a:buClr>
                <a:schemeClr val="tx1"/>
              </a:buClr>
              <a:buFont typeface="Arial" pitchFamily="34" charset="0"/>
              <a:defRPr lang="de-DE" sz="2000" dirty="0" smtClean="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1pPr>
            <a:lvl2pPr marL="360000" indent="-179388" algn="l" rtl="0" eaLnBrk="1" fontAlgn="base" hangingPunct="1">
              <a:spcBef>
                <a:spcPts val="800"/>
              </a:spcBef>
              <a:spcAft>
                <a:spcPct val="0"/>
              </a:spcAft>
              <a:buClr>
                <a:schemeClr val="tx1"/>
              </a:buClr>
              <a:buFont typeface="Arial" pitchFamily="34" charset="0"/>
              <a:defRPr lang="de-DE" sz="1800" dirty="0" smtClean="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2pPr>
            <a:lvl3pPr marL="541338" indent="-179388" algn="l" rtl="0" eaLnBrk="1" fontAlgn="base" hangingPunct="1">
              <a:spcBef>
                <a:spcPts val="800"/>
              </a:spcBef>
              <a:spcAft>
                <a:spcPct val="0"/>
              </a:spcAft>
              <a:buClr>
                <a:schemeClr val="tx1"/>
              </a:buClr>
              <a:buFont typeface="Arial" pitchFamily="34" charset="0"/>
              <a:defRPr lang="de-DE" sz="1600" dirty="0" smtClean="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3pPr>
            <a:lvl4pPr marL="720000" indent="-179388" algn="l" rtl="0" eaLnBrk="1" fontAlgn="base" hangingPunct="1">
              <a:spcBef>
                <a:spcPts val="800"/>
              </a:spcBef>
              <a:spcAft>
                <a:spcPct val="0"/>
              </a:spcAft>
              <a:buClr>
                <a:schemeClr val="tx1"/>
              </a:buClr>
              <a:buFont typeface="Arial" pitchFamily="34" charset="0"/>
              <a:defRPr lang="de-DE" sz="1400" dirty="0" smtClean="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4pPr>
            <a:lvl5pPr marL="900000" indent="-179388" algn="l" rtl="0" eaLnBrk="1" fontAlgn="base" hangingPunct="1">
              <a:spcBef>
                <a:spcPts val="800"/>
              </a:spcBef>
              <a:spcAft>
                <a:spcPct val="0"/>
              </a:spcAft>
              <a:buClr>
                <a:schemeClr val="tx1"/>
              </a:buClr>
              <a:buFont typeface="Arial" pitchFamily="34" charset="0"/>
              <a:defRPr lang="de-DE" sz="1200" dirty="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de-DE" dirty="0"/>
          </a:p>
        </p:txBody>
      </p:sp>
      <p:sp>
        <p:nvSpPr>
          <p:cNvPr id="9" name="Textplatzhalter 2"/>
          <p:cNvSpPr>
            <a:spLocks noGrp="1"/>
          </p:cNvSpPr>
          <p:nvPr>
            <p:ph type="body" idx="13"/>
          </p:nvPr>
        </p:nvSpPr>
        <p:spPr>
          <a:xfrm>
            <a:off x="250211" y="1331999"/>
            <a:ext cx="8642352" cy="386054"/>
          </a:xfrm>
          <a:prstGeom prst="rect">
            <a:avLst/>
          </a:prstGeom>
          <a:noFill/>
        </p:spPr>
        <p:txBody>
          <a:bodyPr lIns="0" tIns="72000" rIns="0" bIns="36000">
            <a:spAutoFit/>
          </a:bodyPr>
          <a:lstStyle>
            <a:lvl1pPr marL="0" indent="0">
              <a:buNone/>
              <a:defRPr lang="de-DE" sz="1800" b="1" dirty="0" smtClean="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itel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808998784"/>
      </p:ext>
    </p:extLst>
  </p:cSld>
  <p:clrMapOvr>
    <a:masterClrMapping/>
  </p:clrMapOvr>
  <p:hf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284920" y="1419224"/>
            <a:ext cx="4680000" cy="4631633"/>
          </a:xfrm>
          <a:prstGeom prst="rect">
            <a:avLst/>
          </a:prstGeom>
        </p:spPr>
        <p:txBody>
          <a:bodyPr/>
          <a:lstStyle>
            <a:lvl1pPr marL="182563" indent="-182563">
              <a:defRPr sz="1200" baseline="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s-CL" noProof="0" dirty="0"/>
              <a:t>Proyecto - Resumen</a:t>
            </a:r>
          </a:p>
        </p:txBody>
      </p:sp>
      <p:sp>
        <p:nvSpPr>
          <p:cNvPr id="11" name="Rectangle 10"/>
          <p:cNvSpPr/>
          <p:nvPr userDrawn="1"/>
        </p:nvSpPr>
        <p:spPr bwMode="auto">
          <a:xfrm>
            <a:off x="152400" y="1153562"/>
            <a:ext cx="3960000" cy="1548000"/>
          </a:xfrm>
          <a:prstGeom prst="rect">
            <a:avLst/>
          </a:prstGeom>
          <a:solidFill>
            <a:srgbClr val="FFFFFF"/>
          </a:solidFill>
          <a:ln w="25400" cap="flat" cmpd="sng" algn="ctr">
            <a:solidFill>
              <a:srgbClr val="FFFFFF">
                <a:shade val="50000"/>
              </a:srgbClr>
            </a:solidFill>
            <a:prstDash val="solid"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s-CL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12" name="Picture 16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8600" y="1610762"/>
            <a:ext cx="1219200" cy="39687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</p:pic>
      <p:sp>
        <p:nvSpPr>
          <p:cNvPr id="16" name="Text Placeholder 15"/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0" y="245269"/>
            <a:ext cx="9144000" cy="374400"/>
          </a:xfrm>
          <a:prstGeom prst="rect">
            <a:avLst/>
          </a:prstGeom>
        </p:spPr>
        <p:txBody>
          <a:bodyPr anchor="ctr"/>
          <a:lstStyle>
            <a:lvl1pPr marL="0" indent="0"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s-CL" noProof="0" dirty="0"/>
              <a:t>Nombre y Apellido</a:t>
            </a:r>
          </a:p>
        </p:txBody>
      </p:sp>
      <p:sp>
        <p:nvSpPr>
          <p:cNvPr id="25" name="Text Placeholder 24"/>
          <p:cNvSpPr>
            <a:spLocks noGrp="1"/>
          </p:cNvSpPr>
          <p:nvPr>
            <p:ph type="body" sz="quarter" idx="14" hasCustomPrompt="1"/>
          </p:nvPr>
        </p:nvSpPr>
        <p:spPr>
          <a:xfrm>
            <a:off x="2043590" y="1312694"/>
            <a:ext cx="1800000" cy="252000"/>
          </a:xfrm>
          <a:prstGeom prst="rect">
            <a:avLst/>
          </a:prstGeom>
        </p:spPr>
        <p:txBody>
          <a:bodyPr lIns="0" tIns="0" rIns="0" anchor="ctr"/>
          <a:lstStyle>
            <a:lvl1pPr marL="0" indent="0">
              <a:spcBef>
                <a:spcPts val="0"/>
              </a:spcBef>
              <a:buNone/>
              <a:defRPr sz="1400" b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lvl="0"/>
            <a:r>
              <a:rPr lang="es-CL" noProof="0" dirty="0"/>
              <a:t>Nombre y Apellido</a:t>
            </a:r>
          </a:p>
        </p:txBody>
      </p:sp>
      <p:sp>
        <p:nvSpPr>
          <p:cNvPr id="26" name="Text Placeholder 24"/>
          <p:cNvSpPr>
            <a:spLocks noGrp="1"/>
          </p:cNvSpPr>
          <p:nvPr>
            <p:ph type="body" sz="quarter" idx="15" hasCustomPrompt="1"/>
          </p:nvPr>
        </p:nvSpPr>
        <p:spPr>
          <a:xfrm>
            <a:off x="2043590" y="1583432"/>
            <a:ext cx="1800000" cy="252000"/>
          </a:xfrm>
          <a:prstGeom prst="rect">
            <a:avLst/>
          </a:prstGeom>
        </p:spPr>
        <p:txBody>
          <a:bodyPr lIns="0" tIns="0" rIns="0" anchor="ctr"/>
          <a:lstStyle>
            <a:lvl1pPr marL="0" indent="0">
              <a:spcBef>
                <a:spcPts val="0"/>
              </a:spcBef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lvl="0"/>
            <a:r>
              <a:rPr lang="es-CL" noProof="0"/>
              <a:t>Nivel</a:t>
            </a:r>
          </a:p>
        </p:txBody>
      </p:sp>
      <p:sp>
        <p:nvSpPr>
          <p:cNvPr id="27" name="Text Placeholder 24"/>
          <p:cNvSpPr>
            <a:spLocks noGrp="1"/>
          </p:cNvSpPr>
          <p:nvPr>
            <p:ph type="body" sz="quarter" idx="16" hasCustomPrompt="1"/>
          </p:nvPr>
        </p:nvSpPr>
        <p:spPr>
          <a:xfrm>
            <a:off x="1731608" y="2037056"/>
            <a:ext cx="2089150" cy="252000"/>
          </a:xfrm>
          <a:prstGeom prst="rect">
            <a:avLst/>
          </a:prstGeom>
        </p:spPr>
        <p:txBody>
          <a:bodyPr lIns="0" tIns="0" rIns="0" anchor="t"/>
          <a:lstStyle>
            <a:lvl1pPr marL="0" indent="0">
              <a:spcBef>
                <a:spcPts val="0"/>
              </a:spcBef>
              <a:buNone/>
              <a:defRPr sz="1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lvl="0"/>
            <a:r>
              <a:rPr lang="es-CL" noProof="0" dirty="0"/>
              <a:t>Datos de Contacto</a:t>
            </a:r>
          </a:p>
        </p:txBody>
      </p:sp>
      <p:sp>
        <p:nvSpPr>
          <p:cNvPr id="30" name="Text Placeholder 29"/>
          <p:cNvSpPr>
            <a:spLocks noGrp="1"/>
          </p:cNvSpPr>
          <p:nvPr>
            <p:ph type="body" sz="quarter" idx="17" hasCustomPrompt="1"/>
          </p:nvPr>
        </p:nvSpPr>
        <p:spPr>
          <a:xfrm>
            <a:off x="152400" y="2850811"/>
            <a:ext cx="3960000" cy="1260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4BACC6">
                <a:alpha val="50196"/>
              </a:srgbClr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none"/>
        </p:style>
        <p:txBody>
          <a:bodyPr/>
          <a:lstStyle>
            <a:lvl1pPr marL="182563" indent="-182563">
              <a:defRPr sz="1100" baseline="0"/>
            </a:lvl1pPr>
            <a:lvl2pPr>
              <a:defRPr sz="11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s-CL" noProof="0" dirty="0"/>
              <a:t>Resumen General</a:t>
            </a:r>
          </a:p>
        </p:txBody>
      </p:sp>
      <p:sp>
        <p:nvSpPr>
          <p:cNvPr id="31" name="Text Placeholder 29"/>
          <p:cNvSpPr>
            <a:spLocks noGrp="1"/>
          </p:cNvSpPr>
          <p:nvPr>
            <p:ph type="body" sz="quarter" idx="18" hasCustomPrompt="1"/>
          </p:nvPr>
        </p:nvSpPr>
        <p:spPr>
          <a:xfrm>
            <a:off x="152400" y="4386609"/>
            <a:ext cx="3960000" cy="720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4BACC6">
                <a:alpha val="50196"/>
              </a:srgbClr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none"/>
        </p:style>
        <p:txBody>
          <a:bodyPr/>
          <a:lstStyle>
            <a:lvl1pPr marL="171450" indent="-171450">
              <a:buFont typeface="Arial" pitchFamily="34" charset="0"/>
              <a:buChar char="•"/>
              <a:defRPr sz="1100" baseline="0"/>
            </a:lvl1pPr>
            <a:lvl2pPr>
              <a:defRPr sz="11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s-CL" noProof="0" dirty="0"/>
              <a:t>Titulo 1</a:t>
            </a:r>
          </a:p>
          <a:p>
            <a:pPr lvl="0"/>
            <a:r>
              <a:rPr lang="es-CL" noProof="0" dirty="0"/>
              <a:t>Titulo 2</a:t>
            </a:r>
          </a:p>
        </p:txBody>
      </p:sp>
      <p:sp>
        <p:nvSpPr>
          <p:cNvPr id="33" name="Text Placeholder 29"/>
          <p:cNvSpPr>
            <a:spLocks noGrp="1"/>
          </p:cNvSpPr>
          <p:nvPr>
            <p:ph type="body" sz="quarter" idx="19" hasCustomPrompt="1"/>
          </p:nvPr>
        </p:nvSpPr>
        <p:spPr>
          <a:xfrm>
            <a:off x="152400" y="5351697"/>
            <a:ext cx="3960000" cy="720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4BACC6">
                <a:alpha val="50196"/>
              </a:srgbClr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none"/>
        </p:style>
        <p:txBody>
          <a:bodyPr/>
          <a:lstStyle>
            <a:lvl1pPr marL="182563" marR="0" indent="-182563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 sz="1100" baseline="0"/>
            </a:lvl1pPr>
            <a:lvl2pPr>
              <a:defRPr sz="11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s-CL" noProof="0" dirty="0"/>
              <a:t>Tema 1</a:t>
            </a:r>
          </a:p>
          <a:p>
            <a:pPr marL="182563" marR="0" lvl="0" indent="-182563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s-CL" noProof="0" dirty="0"/>
              <a:t>Tema 2</a:t>
            </a:r>
          </a:p>
          <a:p>
            <a:pPr marL="182563" marR="0" lvl="0" indent="-182563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s-CL" noProof="0" dirty="0"/>
              <a:t>Tema 3</a:t>
            </a:r>
          </a:p>
        </p:txBody>
      </p:sp>
      <p:sp>
        <p:nvSpPr>
          <p:cNvPr id="35" name="TextBox 34"/>
          <p:cNvSpPr txBox="1"/>
          <p:nvPr userDrawn="1"/>
        </p:nvSpPr>
        <p:spPr>
          <a:xfrm>
            <a:off x="4284920" y="1153562"/>
            <a:ext cx="4680000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s-CL" sz="1600" b="1" noProof="0" dirty="0"/>
              <a:t>Historial</a:t>
            </a:r>
          </a:p>
        </p:txBody>
      </p:sp>
      <p:cxnSp>
        <p:nvCxnSpPr>
          <p:cNvPr id="37" name="Straight Connector 36"/>
          <p:cNvCxnSpPr/>
          <p:nvPr userDrawn="1"/>
        </p:nvCxnSpPr>
        <p:spPr>
          <a:xfrm>
            <a:off x="4284920" y="1419224"/>
            <a:ext cx="4680000" cy="0"/>
          </a:xfrm>
          <a:prstGeom prst="lin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38" name="Text Placeholder 15"/>
          <p:cNvSpPr>
            <a:spLocks noGrp="1"/>
          </p:cNvSpPr>
          <p:nvPr>
            <p:ph type="body" sz="quarter" idx="20" hasCustomPrompt="1"/>
          </p:nvPr>
        </p:nvSpPr>
        <p:spPr>
          <a:xfrm>
            <a:off x="0" y="645103"/>
            <a:ext cx="9144000" cy="324000"/>
          </a:xfrm>
          <a:prstGeom prst="rect">
            <a:avLst/>
          </a:prstGeo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00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s-CL" noProof="0" dirty="0"/>
              <a:t>Nivel</a:t>
            </a:r>
          </a:p>
        </p:txBody>
      </p:sp>
    </p:spTree>
    <p:extLst>
      <p:ext uri="{BB962C8B-B14F-4D97-AF65-F5344CB8AC3E}">
        <p14:creationId xmlns:p14="http://schemas.microsoft.com/office/powerpoint/2010/main" val="20538335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C Banner"/>
          <p:cNvSpPr>
            <a:spLocks noChangeArrowheads="1"/>
          </p:cNvSpPr>
          <p:nvPr/>
        </p:nvSpPr>
        <p:spPr bwMode="auto">
          <a:xfrm>
            <a:off x="0" y="0"/>
            <a:ext cx="9144000" cy="1144588"/>
          </a:xfrm>
          <a:prstGeom prst="rect">
            <a:avLst/>
          </a:prstGeom>
          <a:solidFill>
            <a:srgbClr val="0061B3"/>
          </a:solidFill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0" fontAlgn="base" hangingPunct="0">
              <a:lnSpc>
                <a:spcPct val="95000"/>
              </a:lnSpc>
              <a:spcBef>
                <a:spcPct val="20000"/>
              </a:spcBef>
              <a:spcAft>
                <a:spcPct val="0"/>
              </a:spcAft>
              <a:buFontTx/>
              <a:buChar char="•"/>
              <a:defRPr/>
            </a:pPr>
            <a:endParaRPr lang="en-GB" sz="2000" dirty="0">
              <a:solidFill>
                <a:srgbClr val="000000"/>
              </a:solidFill>
              <a:latin typeface="Arial" charset="0"/>
              <a:cs typeface="Arial" charset="0"/>
            </a:endParaRPr>
          </a:p>
        </p:txBody>
      </p:sp>
      <p:sp>
        <p:nvSpPr>
          <p:cNvPr id="5" name="AutoShape 13"/>
          <p:cNvSpPr>
            <a:spLocks noChangeAspect="1" noChangeArrowheads="1" noTextEdit="1"/>
          </p:cNvSpPr>
          <p:nvPr userDrawn="1"/>
        </p:nvSpPr>
        <p:spPr bwMode="auto">
          <a:xfrm>
            <a:off x="65088" y="26988"/>
            <a:ext cx="1531937" cy="8207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ct val="95000"/>
              </a:lnSpc>
              <a:spcBef>
                <a:spcPct val="20000"/>
              </a:spcBef>
              <a:spcAft>
                <a:spcPct val="0"/>
              </a:spcAft>
              <a:buFontTx/>
              <a:buChar char="•"/>
              <a:defRPr/>
            </a:pPr>
            <a:endParaRPr lang="en-GB" sz="2000" dirty="0">
              <a:solidFill>
                <a:srgbClr val="000000"/>
              </a:solidFill>
              <a:latin typeface="Arial" charset="0"/>
              <a:cs typeface="Arial" charset="0"/>
            </a:endParaRPr>
          </a:p>
        </p:txBody>
      </p:sp>
      <p:pic>
        <p:nvPicPr>
          <p:cNvPr id="28" name="Picture 3" descr="C:\Users\marco.fedriga\AppData\Local\Microsoft\Windows\Temporary Internet Files\Content.Outlook\97DLXIII\BS_Banner (2) (2).png"/>
          <p:cNvPicPr>
            <a:picLocks noChangeAspect="1" noChangeArrowheads="1"/>
          </p:cNvPicPr>
          <p:nvPr userDrawn="1"/>
        </p:nvPicPr>
        <p:blipFill>
          <a:blip r:embed="rId2" cstate="email"/>
          <a:srcRect/>
          <a:stretch>
            <a:fillRect/>
          </a:stretch>
        </p:blipFill>
        <p:spPr bwMode="auto">
          <a:xfrm>
            <a:off x="56762" y="44624"/>
            <a:ext cx="1078949" cy="309084"/>
          </a:xfrm>
          <a:prstGeom prst="rect">
            <a:avLst/>
          </a:prstGeom>
          <a:noFill/>
        </p:spPr>
      </p:pic>
      <p:pic>
        <p:nvPicPr>
          <p:cNvPr id="15" name="Picture 2"/>
          <p:cNvPicPr>
            <a:picLocks noChangeAspect="1"/>
          </p:cNvPicPr>
          <p:nvPr userDrawn="1"/>
        </p:nvPicPr>
        <p:blipFill>
          <a:blip r:embed="rId3" cstate="email"/>
          <a:srcRect/>
          <a:stretch>
            <a:fillRect/>
          </a:stretch>
        </p:blipFill>
        <p:spPr>
          <a:xfrm>
            <a:off x="8407405" y="0"/>
            <a:ext cx="735808" cy="11051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Picture 4"/>
          <p:cNvPicPr>
            <a:picLocks noChangeAspect="1"/>
          </p:cNvPicPr>
          <p:nvPr userDrawn="1"/>
        </p:nvPicPr>
        <p:blipFill>
          <a:blip r:embed="rId4" cstate="email"/>
          <a:srcRect/>
          <a:stretch>
            <a:fillRect/>
          </a:stretch>
        </p:blipFill>
        <p:spPr>
          <a:xfrm>
            <a:off x="7683498" y="0"/>
            <a:ext cx="738890" cy="1105198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Title 2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3" name="Slide Number Placeholder 21"/>
          <p:cNvSpPr>
            <a:spLocks noGrp="1"/>
          </p:cNvSpPr>
          <p:nvPr>
            <p:ph type="sldNum" sz="quarter" idx="4"/>
          </p:nvPr>
        </p:nvSpPr>
        <p:spPr>
          <a:xfrm>
            <a:off x="6877300" y="6620502"/>
            <a:ext cx="2133600" cy="23987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2D94DE-7629-49CB-98C5-97ED9602F3C0}" type="slidenum">
              <a:rPr lang="en-GB" smtClean="0">
                <a:solidFill>
                  <a:srgbClr val="000000">
                    <a:tint val="75000"/>
                  </a:srgbClr>
                </a:solidFill>
              </a:rPr>
              <a:pPr/>
              <a:t>‹Nº›</a:t>
            </a:fld>
            <a:endParaRPr lang="en-GB" dirty="0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34" name="Footer Placeholder 23"/>
          <p:cNvSpPr>
            <a:spLocks noGrp="1"/>
          </p:cNvSpPr>
          <p:nvPr>
            <p:ph type="ftr" sz="quarter" idx="3"/>
          </p:nvPr>
        </p:nvSpPr>
        <p:spPr>
          <a:xfrm>
            <a:off x="0" y="6621781"/>
            <a:ext cx="6295313" cy="215444"/>
          </a:xfrm>
          <a:prstGeom prst="rect">
            <a:avLst/>
          </a:prstGeom>
        </p:spPr>
        <p:txBody>
          <a:bodyPr vert="horz" wrap="none" lIns="91440" tIns="45720" rIns="91440" bIns="45720" rtlCol="0" anchor="b">
            <a:spAutoFit/>
          </a:bodyPr>
          <a:lstStyle>
            <a:lvl1pPr algn="l">
              <a:defRPr sz="8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GB" dirty="0">
                <a:solidFill>
                  <a:srgbClr val="C0C0C0">
                    <a:lumMod val="50000"/>
                  </a:srgbClr>
                </a:solidFill>
                <a:latin typeface="Arial" charset="0"/>
                <a:cs typeface="Arial" charset="0"/>
                <a:sym typeface="Symbol" pitchFamily="18" charset="2"/>
              </a:rPr>
              <a:t></a:t>
            </a:r>
            <a:r>
              <a:rPr lang="en-GB" dirty="0">
                <a:solidFill>
                  <a:srgbClr val="C0C0C0">
                    <a:lumMod val="50000"/>
                  </a:srgbClr>
                </a:solidFill>
                <a:latin typeface="Arial" charset="0"/>
                <a:cs typeface="Arial" charset="0"/>
              </a:rPr>
              <a:t> 2012 Accenture. All Rights Reserved. Accenture, its logo, and Accenture High Performance Delivered are trademarks of Accenture.</a:t>
            </a:r>
            <a:endParaRPr lang="en-GB" sz="700" dirty="0">
              <a:solidFill>
                <a:srgbClr val="C0C0C0">
                  <a:lumMod val="5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178378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6"/>
          <p:cNvSpPr/>
          <p:nvPr userDrawn="1"/>
        </p:nvSpPr>
        <p:spPr>
          <a:xfrm>
            <a:off x="0" y="0"/>
            <a:ext cx="9144000" cy="3438528"/>
          </a:xfrm>
          <a:prstGeom prst="rect">
            <a:avLst/>
          </a:prstGeom>
          <a:solidFill>
            <a:srgbClr val="0061B3"/>
          </a:solidFill>
          <a:ln>
            <a:noFill/>
            <a:prstDash val="solid"/>
          </a:ln>
        </p:spPr>
        <p:txBody>
          <a:bodyPr vert="horz" wrap="none" lIns="90489" tIns="44448" rIns="90489" bIns="44448" anchor="ctr" anchorCtr="1" compatLnSpc="1"/>
          <a:lstStyle/>
          <a:p>
            <a:pPr algn="ctr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GB" sz="3200" kern="0" dirty="0">
              <a:solidFill>
                <a:srgbClr val="000000"/>
              </a:solidFill>
              <a:latin typeface="Arial"/>
              <a:cs typeface="Arial" charset="0"/>
            </a:endParaRPr>
          </a:p>
        </p:txBody>
      </p:sp>
      <p:sp>
        <p:nvSpPr>
          <p:cNvPr id="15" name="Line 110"/>
          <p:cNvSpPr/>
          <p:nvPr userDrawn="1"/>
        </p:nvSpPr>
        <p:spPr>
          <a:xfrm>
            <a:off x="0" y="3430591"/>
            <a:ext cx="9144000" cy="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ss"/>
              <a:gd name="f6" fmla="val 0"/>
              <a:gd name="f7" fmla="+- 0 0 -180"/>
              <a:gd name="f8" fmla="+- 0 0 -360"/>
              <a:gd name="f9" fmla="abs f3"/>
              <a:gd name="f10" fmla="abs f4"/>
              <a:gd name="f11" fmla="abs f5"/>
              <a:gd name="f12" fmla="val f6"/>
              <a:gd name="f13" fmla="*/ f7 f0 1"/>
              <a:gd name="f14" fmla="*/ f8 f0 1"/>
              <a:gd name="f15" fmla="?: f9 f3 1"/>
              <a:gd name="f16" fmla="?: f10 f4 1"/>
              <a:gd name="f17" fmla="?: f11 f5 1"/>
              <a:gd name="f18" fmla="*/ f13 1 f2"/>
              <a:gd name="f19" fmla="*/ f14 1 f2"/>
              <a:gd name="f20" fmla="*/ f15 1 21600"/>
              <a:gd name="f21" fmla="*/ f16 1 21600"/>
              <a:gd name="f22" fmla="*/ 21600 f15 1"/>
              <a:gd name="f23" fmla="*/ 21600 f16 1"/>
              <a:gd name="f24" fmla="+- f18 0 f1"/>
              <a:gd name="f25" fmla="+- f19 0 f1"/>
              <a:gd name="f26" fmla="min f21 f20"/>
              <a:gd name="f27" fmla="*/ f22 1 f17"/>
              <a:gd name="f28" fmla="*/ f23 1 f17"/>
              <a:gd name="f29" fmla="val f27"/>
              <a:gd name="f30" fmla="val f28"/>
              <a:gd name="f31" fmla="*/ f6 f26 1"/>
              <a:gd name="f32" fmla="*/ f27 f26 1"/>
              <a:gd name="f33" fmla="*/ f28 f26 1"/>
              <a:gd name="f34" fmla="*/ f12 f26 1"/>
              <a:gd name="f35" fmla="*/ f29 f26 1"/>
              <a:gd name="f36" fmla="*/ f30 f2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4">
                <a:pos x="f34" y="f34"/>
              </a:cxn>
              <a:cxn ang="f25">
                <a:pos x="f35" y="f36"/>
              </a:cxn>
            </a:cxnLst>
            <a:rect l="f31" t="f31" r="f32" b="f33"/>
            <a:pathLst>
              <a:path>
                <a:moveTo>
                  <a:pt x="f34" y="f34"/>
                </a:moveTo>
                <a:lnTo>
                  <a:pt x="f35" y="f36"/>
                </a:lnTo>
              </a:path>
            </a:pathLst>
          </a:custGeom>
          <a:noFill/>
          <a:ln w="12701">
            <a:solidFill>
              <a:srgbClr val="FFFFFF"/>
            </a:solidFill>
            <a:prstDash val="solid"/>
            <a:round/>
          </a:ln>
        </p:spPr>
        <p:txBody>
          <a:bodyPr vert="horz" wrap="none" lIns="91440" tIns="45720" rIns="91440" bIns="45720" anchor="ctr" anchorCtr="1" compatLnSpc="1"/>
          <a:lstStyle/>
          <a:p>
            <a:pPr algn="ctr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GB" sz="3200" kern="0" dirty="0">
              <a:solidFill>
                <a:srgbClr val="000000"/>
              </a:solidFill>
              <a:latin typeface="Arial"/>
              <a:cs typeface="Arial" charset="0"/>
            </a:endParaRPr>
          </a:p>
        </p:txBody>
      </p:sp>
      <p:pic>
        <p:nvPicPr>
          <p:cNvPr id="16" name="Picture 125"/>
          <p:cNvPicPr>
            <a:picLocks noChangeAspect="1"/>
          </p:cNvPicPr>
          <p:nvPr userDrawn="1"/>
        </p:nvPicPr>
        <p:blipFill>
          <a:blip r:embed="rId2" cstate="email"/>
          <a:srcRect/>
          <a:stretch>
            <a:fillRect/>
          </a:stretch>
        </p:blipFill>
        <p:spPr>
          <a:xfrm>
            <a:off x="406405" y="2203292"/>
            <a:ext cx="3295424" cy="166226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Picture 1"/>
          <p:cNvPicPr>
            <a:picLocks noChangeAspect="1"/>
          </p:cNvPicPr>
          <p:nvPr userDrawn="1"/>
        </p:nvPicPr>
        <p:blipFill>
          <a:blip r:embed="rId3" cstate="email"/>
          <a:srcRect/>
          <a:stretch>
            <a:fillRect/>
          </a:stretch>
        </p:blipFill>
        <p:spPr>
          <a:xfrm>
            <a:off x="5421559" y="0"/>
            <a:ext cx="1347542" cy="3277593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Rectangle 126"/>
          <p:cNvSpPr/>
          <p:nvPr userDrawn="1"/>
        </p:nvSpPr>
        <p:spPr>
          <a:xfrm>
            <a:off x="0" y="3289752"/>
            <a:ext cx="9144000" cy="136529"/>
          </a:xfrm>
          <a:prstGeom prst="rect">
            <a:avLst/>
          </a:prstGeom>
          <a:solidFill>
            <a:srgbClr val="D1102C"/>
          </a:solidFill>
          <a:ln>
            <a:noFill/>
            <a:prstDash val="solid"/>
          </a:ln>
        </p:spPr>
        <p:txBody>
          <a:bodyPr vert="horz" wrap="none" lIns="90489" tIns="44448" rIns="90489" bIns="44448" anchor="ctr" anchorCtr="1" compatLnSpc="1"/>
          <a:lstStyle/>
          <a:p>
            <a:pPr algn="ctr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GB" sz="3200" kern="0" dirty="0">
              <a:solidFill>
                <a:srgbClr val="000000"/>
              </a:solidFill>
              <a:latin typeface="Arial"/>
              <a:cs typeface="Arial" charset="0"/>
            </a:endParaRPr>
          </a:p>
        </p:txBody>
      </p:sp>
      <p:pic>
        <p:nvPicPr>
          <p:cNvPr id="19" name="Picture 2"/>
          <p:cNvPicPr>
            <a:picLocks noChangeAspect="1"/>
          </p:cNvPicPr>
          <p:nvPr userDrawn="1"/>
        </p:nvPicPr>
        <p:blipFill>
          <a:blip r:embed="rId4" cstate="email"/>
          <a:srcRect/>
          <a:stretch>
            <a:fillRect/>
          </a:stretch>
        </p:blipFill>
        <p:spPr>
          <a:xfrm>
            <a:off x="7994654" y="0"/>
            <a:ext cx="1150461" cy="17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Picture 4"/>
          <p:cNvPicPr>
            <a:picLocks noChangeAspect="1"/>
          </p:cNvPicPr>
          <p:nvPr userDrawn="1"/>
        </p:nvPicPr>
        <p:blipFill>
          <a:blip r:embed="rId5" cstate="email"/>
          <a:srcRect/>
          <a:stretch>
            <a:fillRect/>
          </a:stretch>
        </p:blipFill>
        <p:spPr>
          <a:xfrm>
            <a:off x="6800850" y="0"/>
            <a:ext cx="1155262" cy="17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Picture 6"/>
          <p:cNvPicPr>
            <a:picLocks noChangeAspect="1"/>
          </p:cNvPicPr>
          <p:nvPr userDrawn="1"/>
        </p:nvPicPr>
        <p:blipFill>
          <a:blip r:embed="rId6" cstate="email"/>
          <a:srcRect/>
          <a:stretch>
            <a:fillRect/>
          </a:stretch>
        </p:blipFill>
        <p:spPr>
          <a:xfrm>
            <a:off x="6805111" y="1758948"/>
            <a:ext cx="2340004" cy="1521744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Rectangle 127"/>
          <p:cNvSpPr txBox="1">
            <a:spLocks noGrp="1"/>
          </p:cNvSpPr>
          <p:nvPr>
            <p:ph type="ctrTitle"/>
          </p:nvPr>
        </p:nvSpPr>
        <p:spPr>
          <a:xfrm>
            <a:off x="2297795" y="4282848"/>
            <a:ext cx="6216648" cy="414332"/>
          </a:xfrm>
          <a:prstGeom prst="rect">
            <a:avLst/>
          </a:prstGeom>
        </p:spPr>
        <p:txBody>
          <a:bodyPr lIns="91440" tIns="45720" rIns="91440" bIns="45720" anchor="t"/>
          <a:lstStyle>
            <a:lvl1pPr>
              <a:defRPr sz="2800">
                <a:solidFill>
                  <a:srgbClr val="000000"/>
                </a:solidFill>
              </a:defRPr>
            </a:lvl1pPr>
          </a:lstStyle>
          <a:p>
            <a:pPr lvl="0"/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25" name="Rectangle 128"/>
          <p:cNvSpPr txBox="1">
            <a:spLocks noGrp="1"/>
          </p:cNvSpPr>
          <p:nvPr>
            <p:ph type="subTitle" idx="1"/>
          </p:nvPr>
        </p:nvSpPr>
        <p:spPr>
          <a:xfrm>
            <a:off x="2355851" y="5530848"/>
            <a:ext cx="6216648" cy="338554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/>
          <a:lstStyle>
            <a:lvl1pPr marL="0" marR="0" lvl="0" indent="0" algn="l" defTabSz="914400" rtl="0" fontAlgn="auto" hangingPunct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  <a:tabLst/>
              <a:defRPr lang="en-US" sz="1600" b="0" i="0" u="none" strike="noStrike" kern="0" cap="none" spc="0" baseline="0">
                <a:solidFill>
                  <a:srgbClr val="000000"/>
                </a:solidFill>
                <a:uFillTx/>
                <a:latin typeface="Arial"/>
              </a:defRPr>
            </a:lvl1pPr>
          </a:lstStyle>
          <a:p>
            <a:pPr lvl="0"/>
            <a:r>
              <a:rPr lang="en-GB"/>
              <a:t>Click to edit Master subtitle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44336272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ags" Target="../tags/tag4.xml"/><Relationship Id="rId13" Type="http://schemas.openxmlformats.org/officeDocument/2006/relationships/oleObject" Target="../embeddings/oleObject1.bin"/><Relationship Id="rId3" Type="http://schemas.openxmlformats.org/officeDocument/2006/relationships/theme" Target="../theme/theme2.xml"/><Relationship Id="rId7" Type="http://schemas.openxmlformats.org/officeDocument/2006/relationships/tags" Target="../tags/tag3.xml"/><Relationship Id="rId12" Type="http://schemas.openxmlformats.org/officeDocument/2006/relationships/tags" Target="../tags/tag8.xml"/><Relationship Id="rId17" Type="http://schemas.openxmlformats.org/officeDocument/2006/relationships/image" Target="../media/image6.png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5.png"/><Relationship Id="rId1" Type="http://schemas.openxmlformats.org/officeDocument/2006/relationships/slideLayout" Target="../slideLayouts/slideLayout6.xml"/><Relationship Id="rId6" Type="http://schemas.openxmlformats.org/officeDocument/2006/relationships/tags" Target="../tags/tag2.xml"/><Relationship Id="rId11" Type="http://schemas.openxmlformats.org/officeDocument/2006/relationships/tags" Target="../tags/tag7.xml"/><Relationship Id="rId5" Type="http://schemas.openxmlformats.org/officeDocument/2006/relationships/tags" Target="../tags/tag1.xml"/><Relationship Id="rId15" Type="http://schemas.openxmlformats.org/officeDocument/2006/relationships/image" Target="../media/image4.png"/><Relationship Id="rId10" Type="http://schemas.openxmlformats.org/officeDocument/2006/relationships/tags" Target="../tags/tag6.xml"/><Relationship Id="rId4" Type="http://schemas.openxmlformats.org/officeDocument/2006/relationships/vmlDrawing" Target="../drawings/vmlDrawing1.vml"/><Relationship Id="rId9" Type="http://schemas.openxmlformats.org/officeDocument/2006/relationships/tags" Target="../tags/tag5.xml"/><Relationship Id="rId14" Type="http://schemas.openxmlformats.org/officeDocument/2006/relationships/image" Target="../media/image3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88"/>
          <p:cNvSpPr>
            <a:spLocks noChangeArrowheads="1"/>
          </p:cNvSpPr>
          <p:nvPr/>
        </p:nvSpPr>
        <p:spPr bwMode="auto">
          <a:xfrm>
            <a:off x="0" y="0"/>
            <a:ext cx="9144000" cy="1081088"/>
          </a:xfrm>
          <a:prstGeom prst="rect">
            <a:avLst/>
          </a:prstGeom>
          <a:solidFill>
            <a:srgbClr val="00306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</a:pPr>
            <a:endParaRPr lang="es-ES" sz="3200" dirty="0">
              <a:solidFill>
                <a:srgbClr val="000000"/>
              </a:solidFill>
              <a:latin typeface="Libre Sans Serif SSi"/>
              <a:cs typeface="Arial" pitchFamily="34" charset="0"/>
            </a:endParaRPr>
          </a:p>
        </p:txBody>
      </p:sp>
      <p:sp>
        <p:nvSpPr>
          <p:cNvPr id="1028" name="Rectangle 29"/>
          <p:cNvSpPr>
            <a:spLocks noGrp="1" noChangeArrowheads="1"/>
          </p:cNvSpPr>
          <p:nvPr>
            <p:ph type="body" idx="1"/>
          </p:nvPr>
        </p:nvSpPr>
        <p:spPr bwMode="gray">
          <a:xfrm>
            <a:off x="182563" y="1311275"/>
            <a:ext cx="8775700" cy="524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45720" tIns="44450" rIns="45720" bIns="4445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84" name="Rectangle 60"/>
          <p:cNvSpPr>
            <a:spLocks noGrp="1" noChangeArrowheads="1"/>
          </p:cNvSpPr>
          <p:nvPr>
            <p:ph type="sldNum" sz="quarter" idx="4"/>
          </p:nvPr>
        </p:nvSpPr>
        <p:spPr bwMode="gray">
          <a:xfrm>
            <a:off x="4479925" y="6489700"/>
            <a:ext cx="914400" cy="2698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45720" tIns="44450" rIns="45720" bIns="44450" numCol="1" anchor="b" anchorCtr="0" compatLnSpc="1">
            <a:prstTxWarp prst="textNoShape">
              <a:avLst/>
            </a:prstTxWarp>
          </a:bodyPr>
          <a:lstStyle>
            <a:lvl1pPr algn="ctr" eaLnBrk="0" hangingPunct="0">
              <a:lnSpc>
                <a:spcPct val="80000"/>
              </a:lnSpc>
              <a:defRPr sz="1000">
                <a:cs typeface="+mn-cs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A44ABD82-6EAD-40E8-BC05-28011136BF99}" type="slidenum">
              <a:rPr lang="en-US">
                <a:solidFill>
                  <a:srgbClr val="000000"/>
                </a:solidFill>
                <a:latin typeface="Calibri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‹Nº›</a:t>
            </a:fld>
            <a:endParaRPr lang="en-US" dirty="0">
              <a:solidFill>
                <a:srgbClr val="000000"/>
              </a:solidFill>
              <a:latin typeface="Calibri" pitchFamily="34" charset="0"/>
            </a:endParaRPr>
          </a:p>
        </p:txBody>
      </p:sp>
      <p:sp>
        <p:nvSpPr>
          <p:cNvPr id="1086" name="Rectangle 62"/>
          <p:cNvSpPr>
            <a:spLocks noGrp="1" noChangeArrowheads="1"/>
          </p:cNvSpPr>
          <p:nvPr>
            <p:ph type="ftr" sz="quarter" idx="3"/>
          </p:nvPr>
        </p:nvSpPr>
        <p:spPr bwMode="gray">
          <a:xfrm>
            <a:off x="182563" y="6489700"/>
            <a:ext cx="5484812" cy="2746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45720" tIns="45720" rIns="4572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lnSpc>
                <a:spcPct val="100000"/>
              </a:lnSpc>
              <a:defRPr sz="1000">
                <a:cs typeface="+mn-cs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s-CL" dirty="0">
                <a:solidFill>
                  <a:srgbClr val="000000"/>
                </a:solidFill>
                <a:latin typeface="Calibri" pitchFamily="34" charset="0"/>
              </a:rPr>
              <a:t>© 2013 Accenture. Todos los derechos reservados.</a:t>
            </a:r>
            <a:endParaRPr lang="en-US" dirty="0">
              <a:solidFill>
                <a:srgbClr val="000000"/>
              </a:solidFill>
              <a:latin typeface="Calibri" pitchFamily="34" charset="0"/>
            </a:endParaRPr>
          </a:p>
        </p:txBody>
      </p:sp>
      <p:sp>
        <p:nvSpPr>
          <p:cNvPr id="1031" name="Rectangle 65"/>
          <p:cNvSpPr>
            <a:spLocks noGrp="1" noChangeArrowheads="1"/>
          </p:cNvSpPr>
          <p:nvPr>
            <p:ph type="title"/>
          </p:nvPr>
        </p:nvSpPr>
        <p:spPr bwMode="gray">
          <a:xfrm>
            <a:off x="182563" y="319088"/>
            <a:ext cx="6218237" cy="731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45720" tIns="44450" rIns="45720" bIns="4445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pic>
        <p:nvPicPr>
          <p:cNvPr id="1032" name="Picture 9" descr="accenture_black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158" t="23990" r="9904" b="20428"/>
          <a:stretch>
            <a:fillRect/>
          </a:stretch>
        </p:blipFill>
        <p:spPr bwMode="auto">
          <a:xfrm>
            <a:off x="7953375" y="6489700"/>
            <a:ext cx="1008063" cy="309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283137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73" r:id="rId5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bg1"/>
          </a:solidFill>
          <a:latin typeface="Calibri" pitchFamily="34" charset="0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bg1"/>
          </a:solidFill>
          <a:latin typeface="Calibri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bg1"/>
          </a:solidFill>
          <a:latin typeface="Calibri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bg1"/>
          </a:solidFill>
          <a:latin typeface="Calibri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bg1"/>
          </a:solidFill>
          <a:latin typeface="Calibri" pitchFamily="34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b="1">
          <a:solidFill>
            <a:schemeClr val="bg1"/>
          </a:solidFill>
          <a:latin typeface="Arial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b="1">
          <a:solidFill>
            <a:schemeClr val="bg1"/>
          </a:solidFill>
          <a:latin typeface="Arial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b="1">
          <a:solidFill>
            <a:schemeClr val="bg1"/>
          </a:solidFill>
          <a:latin typeface="Arial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b="1">
          <a:solidFill>
            <a:schemeClr val="bg1"/>
          </a:solidFill>
          <a:latin typeface="Arial" charset="0"/>
        </a:defRPr>
      </a:lvl9pPr>
    </p:titleStyle>
    <p:bodyStyle>
      <a:lvl1pPr marL="342900" indent="-342900" algn="l" rtl="0" eaLnBrk="0" fontAlgn="base" hangingPunct="0">
        <a:lnSpc>
          <a:spcPct val="90000"/>
        </a:lnSpc>
        <a:spcBef>
          <a:spcPct val="60000"/>
        </a:spcBef>
        <a:spcAft>
          <a:spcPct val="0"/>
        </a:spcAft>
        <a:buFont typeface="Wingdings" pitchFamily="2" charset="2"/>
        <a:buChar char="§"/>
        <a:defRPr>
          <a:solidFill>
            <a:schemeClr val="tx1"/>
          </a:solidFill>
          <a:latin typeface="Calibri" pitchFamily="34" charset="0"/>
          <a:ea typeface="+mn-ea"/>
          <a:cs typeface="+mn-cs"/>
        </a:defRPr>
      </a:lvl1pPr>
      <a:lvl2pPr marL="342900" indent="228600" algn="l" rtl="0" eaLnBrk="0" fontAlgn="base" hangingPunct="0">
        <a:lnSpc>
          <a:spcPct val="90000"/>
        </a:lnSpc>
        <a:spcBef>
          <a:spcPct val="40000"/>
        </a:spcBef>
        <a:spcAft>
          <a:spcPct val="0"/>
        </a:spcAft>
        <a:buFont typeface="Arial" pitchFamily="34" charset="0"/>
        <a:buChar char="•"/>
        <a:defRPr sz="1600">
          <a:solidFill>
            <a:schemeClr val="tx1"/>
          </a:solidFill>
          <a:latin typeface="Calibri" pitchFamily="34" charset="0"/>
        </a:defRPr>
      </a:lvl2pPr>
      <a:lvl3pPr marL="912813" indent="230188" algn="l" rtl="0" eaLnBrk="0" fontAlgn="base" hangingPunct="0">
        <a:lnSpc>
          <a:spcPct val="90000"/>
        </a:lnSpc>
        <a:spcBef>
          <a:spcPct val="20000"/>
        </a:spcBef>
        <a:spcAft>
          <a:spcPct val="0"/>
        </a:spcAft>
        <a:buFont typeface="Courier New" pitchFamily="49" charset="0"/>
        <a:buChar char="o"/>
        <a:defRPr sz="1600">
          <a:solidFill>
            <a:schemeClr val="tx1"/>
          </a:solidFill>
          <a:latin typeface="Calibri" pitchFamily="34" charset="0"/>
        </a:defRPr>
      </a:lvl3pPr>
      <a:lvl4pPr marL="1600200" indent="2921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buFont typeface="Arial" pitchFamily="34" charset="0"/>
        <a:buChar char="–"/>
        <a:defRPr sz="1600">
          <a:solidFill>
            <a:schemeClr val="tx1"/>
          </a:solidFill>
          <a:latin typeface="Calibri" pitchFamily="34" charset="0"/>
        </a:defRPr>
      </a:lvl4pPr>
      <a:lvl5pPr marL="1655763" indent="-1666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Arial" pitchFamily="34" charset="0"/>
        <a:buChar char="–"/>
        <a:defRPr sz="1000">
          <a:solidFill>
            <a:schemeClr val="tx1"/>
          </a:solidFill>
          <a:latin typeface="+mn-lt"/>
        </a:defRPr>
      </a:lvl5pPr>
      <a:lvl6pPr marL="2112963" indent="-1666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Arial" charset="0"/>
        <a:buChar char="–"/>
        <a:defRPr sz="1000">
          <a:solidFill>
            <a:schemeClr val="tx1"/>
          </a:solidFill>
          <a:latin typeface="+mn-lt"/>
        </a:defRPr>
      </a:lvl6pPr>
      <a:lvl7pPr marL="2570163" indent="-1666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Arial" charset="0"/>
        <a:buChar char="–"/>
        <a:defRPr sz="1000">
          <a:solidFill>
            <a:schemeClr val="tx1"/>
          </a:solidFill>
          <a:latin typeface="+mn-lt"/>
        </a:defRPr>
      </a:lvl7pPr>
      <a:lvl8pPr marL="3027363" indent="-1666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Arial" charset="0"/>
        <a:buChar char="–"/>
        <a:defRPr sz="1000">
          <a:solidFill>
            <a:schemeClr val="tx1"/>
          </a:solidFill>
          <a:latin typeface="+mn-lt"/>
        </a:defRPr>
      </a:lvl8pPr>
      <a:lvl9pPr marL="3484563" indent="-1666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Arial" charset="0"/>
        <a:buChar char="–"/>
        <a:defRPr sz="1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" name="Object 20" hidden="1"/>
          <p:cNvGraphicFramePr>
            <a:graphicFrameLocks noChangeAspect="1"/>
          </p:cNvGraphicFramePr>
          <p:nvPr>
            <p:custDataLst>
              <p:tags r:id="rId5"/>
            </p:custDataLst>
          </p:nvPr>
        </p:nvGraphicFramePr>
        <p:xfrm>
          <a:off x="0" y="0"/>
          <a:ext cx="158750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55" name="think-cell Slide" r:id="rId13" imgW="360" imgH="360" progId="TCLayout.ActiveDocument.1">
                  <p:embed/>
                </p:oleObj>
              </mc:Choice>
              <mc:Fallback>
                <p:oleObj name="think-cell Slide" r:id="rId13" imgW="360" imgH="360" progId="TCLayout.ActiveDocument.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8750" cy="158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AC Banner"/>
          <p:cNvSpPr>
            <a:spLocks noChangeArrowheads="1"/>
          </p:cNvSpPr>
          <p:nvPr userDrawn="1">
            <p:custDataLst>
              <p:tags r:id="rId6"/>
            </p:custDataLst>
          </p:nvPr>
        </p:nvSpPr>
        <p:spPr bwMode="auto">
          <a:xfrm>
            <a:off x="0" y="0"/>
            <a:ext cx="9144000" cy="1144588"/>
          </a:xfrm>
          <a:prstGeom prst="rect">
            <a:avLst/>
          </a:prstGeom>
          <a:solidFill>
            <a:srgbClr val="0061B3"/>
          </a:solidFill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0" fontAlgn="base" hangingPunct="0">
              <a:lnSpc>
                <a:spcPct val="95000"/>
              </a:lnSpc>
              <a:spcBef>
                <a:spcPct val="20000"/>
              </a:spcBef>
              <a:spcAft>
                <a:spcPct val="0"/>
              </a:spcAft>
              <a:buFontTx/>
              <a:buChar char="•"/>
              <a:defRPr/>
            </a:pPr>
            <a:endParaRPr lang="en-GB" sz="2000" dirty="0">
              <a:solidFill>
                <a:srgbClr val="000000"/>
              </a:solidFill>
              <a:latin typeface="Arial" charset="0"/>
              <a:cs typeface="Arial" charset="0"/>
            </a:endParaRPr>
          </a:p>
        </p:txBody>
      </p:sp>
      <p:sp>
        <p:nvSpPr>
          <p:cNvPr id="19" name="Title Placeholder 1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0" y="139782"/>
            <a:ext cx="7668344" cy="100480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GB"/>
              <a:t>Click to edit Master title</a:t>
            </a:r>
            <a:endParaRPr lang="en-GB" dirty="0"/>
          </a:p>
        </p:txBody>
      </p:sp>
      <p:sp>
        <p:nvSpPr>
          <p:cNvPr id="1027" name="Rectangle 5"/>
          <p:cNvSpPr>
            <a:spLocks noGrp="1" noChangeArrowheads="1"/>
          </p:cNvSpPr>
          <p:nvPr>
            <p:ph type="body" idx="1"/>
            <p:custDataLst>
              <p:tags r:id="rId8"/>
            </p:custDataLst>
          </p:nvPr>
        </p:nvSpPr>
        <p:spPr bwMode="auto">
          <a:xfrm>
            <a:off x="301625" y="1349375"/>
            <a:ext cx="8518525" cy="14192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AutoShape 13"/>
          <p:cNvSpPr>
            <a:spLocks noChangeAspect="1" noChangeArrowheads="1" noTextEdit="1"/>
          </p:cNvSpPr>
          <p:nvPr userDrawn="1">
            <p:custDataLst>
              <p:tags r:id="rId9"/>
            </p:custDataLst>
          </p:nvPr>
        </p:nvSpPr>
        <p:spPr bwMode="auto">
          <a:xfrm>
            <a:off x="65088" y="26988"/>
            <a:ext cx="1531937" cy="8207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ct val="95000"/>
              </a:lnSpc>
              <a:spcBef>
                <a:spcPct val="20000"/>
              </a:spcBef>
              <a:spcAft>
                <a:spcPct val="0"/>
              </a:spcAft>
              <a:buFontTx/>
              <a:buChar char="•"/>
              <a:defRPr/>
            </a:pPr>
            <a:endParaRPr lang="en-GB" sz="2000" dirty="0">
              <a:solidFill>
                <a:srgbClr val="000000"/>
              </a:solidFill>
              <a:latin typeface="Arial" charset="0"/>
              <a:cs typeface="Arial" charset="0"/>
            </a:endParaRPr>
          </a:p>
        </p:txBody>
      </p:sp>
      <p:pic>
        <p:nvPicPr>
          <p:cNvPr id="25" name="Picture 3" descr="C:\Users\marco.fedriga\AppData\Local\Microsoft\Windows\Temporary Internet Files\Content.Outlook\97DLXIII\BS_Banner (2) (2).png"/>
          <p:cNvPicPr>
            <a:picLocks noChangeAspect="1" noChangeArrowheads="1"/>
          </p:cNvPicPr>
          <p:nvPr userDrawn="1">
            <p:custDataLst>
              <p:tags r:id="rId10"/>
            </p:custDataLst>
          </p:nvPr>
        </p:nvPicPr>
        <p:blipFill>
          <a:blip r:embed="rId15" cstate="email"/>
          <a:srcRect/>
          <a:stretch>
            <a:fillRect/>
          </a:stretch>
        </p:blipFill>
        <p:spPr bwMode="auto">
          <a:xfrm>
            <a:off x="56762" y="44624"/>
            <a:ext cx="1078949" cy="309084"/>
          </a:xfrm>
          <a:prstGeom prst="rect">
            <a:avLst/>
          </a:prstGeom>
          <a:noFill/>
        </p:spPr>
      </p:pic>
      <p:pic>
        <p:nvPicPr>
          <p:cNvPr id="11" name="Picture 2"/>
          <p:cNvPicPr>
            <a:picLocks noChangeAspect="1"/>
          </p:cNvPicPr>
          <p:nvPr userDrawn="1">
            <p:custDataLst>
              <p:tags r:id="rId11"/>
            </p:custDataLst>
          </p:nvPr>
        </p:nvPicPr>
        <p:blipFill>
          <a:blip r:embed="rId16" cstate="email"/>
          <a:srcRect/>
          <a:stretch>
            <a:fillRect/>
          </a:stretch>
        </p:blipFill>
        <p:spPr>
          <a:xfrm>
            <a:off x="8407474" y="0"/>
            <a:ext cx="735808" cy="11051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Picture 4"/>
          <p:cNvPicPr>
            <a:picLocks noChangeAspect="1"/>
          </p:cNvPicPr>
          <p:nvPr userDrawn="1">
            <p:custDataLst>
              <p:tags r:id="rId12"/>
            </p:custDataLst>
          </p:nvPr>
        </p:nvPicPr>
        <p:blipFill>
          <a:blip r:embed="rId17" cstate="email"/>
          <a:srcRect/>
          <a:stretch>
            <a:fillRect/>
          </a:stretch>
        </p:blipFill>
        <p:spPr>
          <a:xfrm>
            <a:off x="7673973" y="0"/>
            <a:ext cx="738890" cy="1105198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Slide Number Placeholder 21"/>
          <p:cNvSpPr>
            <a:spLocks noGrp="1"/>
          </p:cNvSpPr>
          <p:nvPr>
            <p:ph type="sldNum" sz="quarter" idx="4"/>
          </p:nvPr>
        </p:nvSpPr>
        <p:spPr>
          <a:xfrm>
            <a:off x="6877300" y="6620502"/>
            <a:ext cx="2133600" cy="23987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2D94DE-7629-49CB-98C5-97ED9602F3C0}" type="slidenum">
              <a:rPr lang="en-GB" smtClean="0">
                <a:solidFill>
                  <a:srgbClr val="000000">
                    <a:tint val="75000"/>
                  </a:srgbClr>
                </a:solidFill>
              </a:rPr>
              <a:pPr/>
              <a:t>‹Nº›</a:t>
            </a:fld>
            <a:endParaRPr lang="en-GB" dirty="0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14" name="Footer Placeholder 23"/>
          <p:cNvSpPr>
            <a:spLocks noGrp="1"/>
          </p:cNvSpPr>
          <p:nvPr>
            <p:ph type="ftr" sz="quarter" idx="3"/>
          </p:nvPr>
        </p:nvSpPr>
        <p:spPr>
          <a:xfrm>
            <a:off x="0" y="6621781"/>
            <a:ext cx="6295313" cy="215444"/>
          </a:xfrm>
          <a:prstGeom prst="rect">
            <a:avLst/>
          </a:prstGeom>
        </p:spPr>
        <p:txBody>
          <a:bodyPr vert="horz" wrap="none" lIns="91440" tIns="45720" rIns="91440" bIns="45720" rtlCol="0" anchor="b">
            <a:spAutoFit/>
          </a:bodyPr>
          <a:lstStyle>
            <a:lvl1pPr algn="l">
              <a:defRPr sz="8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GB" dirty="0">
                <a:solidFill>
                  <a:srgbClr val="C0C0C0">
                    <a:lumMod val="50000"/>
                  </a:srgbClr>
                </a:solidFill>
                <a:latin typeface="Arial" charset="0"/>
                <a:cs typeface="Arial" charset="0"/>
                <a:sym typeface="Symbol" pitchFamily="18" charset="2"/>
              </a:rPr>
              <a:t></a:t>
            </a:r>
            <a:r>
              <a:rPr lang="en-GB" dirty="0">
                <a:solidFill>
                  <a:srgbClr val="C0C0C0">
                    <a:lumMod val="50000"/>
                  </a:srgbClr>
                </a:solidFill>
                <a:latin typeface="Arial" charset="0"/>
                <a:cs typeface="Arial" charset="0"/>
              </a:rPr>
              <a:t> 2012 Accenture. All Rights Reserved. Accenture, its logo, and Accenture High Performance Delivered are trademarks of Accenture.</a:t>
            </a:r>
            <a:endParaRPr lang="en-GB" sz="700" dirty="0">
              <a:solidFill>
                <a:srgbClr val="C0C0C0">
                  <a:lumMod val="5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95935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lang="en-GB" sz="2000" b="1" dirty="0" smtClean="0">
          <a:solidFill>
            <a:schemeClr val="bg1"/>
          </a:solidFill>
          <a:latin typeface="Arial" charset="0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Arial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Arial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Arial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Arial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Arial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Arial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Arial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Arial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q"/>
        <a:defRPr sz="1600" b="1">
          <a:solidFill>
            <a:schemeClr val="tx1"/>
          </a:solidFill>
          <a:latin typeface="Arial" charset="0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Marlett" pitchFamily="2" charset="2"/>
        <a:buChar char="4"/>
        <a:defRPr sz="1600">
          <a:solidFill>
            <a:schemeClr val="tx1"/>
          </a:solidFill>
          <a:latin typeface="Arial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w"/>
        <a:defRPr sz="1600">
          <a:solidFill>
            <a:schemeClr val="tx1"/>
          </a:solidFill>
          <a:latin typeface="Arial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Char char="–"/>
        <a:defRPr sz="1600">
          <a:solidFill>
            <a:schemeClr val="tx1"/>
          </a:solidFill>
          <a:latin typeface="Arial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Char char="•"/>
        <a:defRPr sz="1600">
          <a:solidFill>
            <a:schemeClr val="tx1"/>
          </a:solidFill>
          <a:latin typeface="Arial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Char char="•"/>
        <a:defRPr sz="16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Char char="•"/>
        <a:defRPr sz="16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Char char="•"/>
        <a:defRPr sz="16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Char char="•"/>
        <a:defRPr sz="1600">
          <a:solidFill>
            <a:schemeClr val="tx1"/>
          </a:solidFill>
          <a:latin typeface="+mn-lt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283968" y="1471700"/>
            <a:ext cx="4680000" cy="5125652"/>
          </a:xfrm>
        </p:spPr>
        <p:txBody>
          <a:bodyPr/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es-MX" altLang="es-MX" sz="900" b="1" dirty="0"/>
              <a:t>XXX – </a:t>
            </a:r>
            <a:r>
              <a:rPr lang="es-MX" altLang="es-MX" sz="900" dirty="0"/>
              <a:t>Desarrollador Oracle (PL/SQL). </a:t>
            </a:r>
            <a:r>
              <a:rPr lang="es-MX" altLang="es-MX" sz="900" dirty="0" err="1"/>
              <a:t>sep</a:t>
            </a:r>
            <a:r>
              <a:rPr lang="es-MX" altLang="es-MX" sz="900" dirty="0"/>
              <a:t> 15 - abr 16</a:t>
            </a:r>
          </a:p>
          <a:p>
            <a:pPr indent="-93663" algn="just">
              <a:spcBef>
                <a:spcPts val="0"/>
              </a:spcBef>
            </a:pPr>
            <a:r>
              <a:rPr lang="es-MX" sz="900" dirty="0"/>
              <a:t>Modelado de la Base de Datos.</a:t>
            </a:r>
          </a:p>
          <a:p>
            <a:pPr indent="-93663" algn="just">
              <a:spcBef>
                <a:spcPts val="0"/>
              </a:spcBef>
            </a:pPr>
            <a:r>
              <a:rPr lang="es-MX" sz="900" dirty="0"/>
              <a:t>Implementación de Esquemas.</a:t>
            </a:r>
          </a:p>
          <a:p>
            <a:pPr indent="-93663" algn="just">
              <a:spcBef>
                <a:spcPts val="0"/>
              </a:spcBef>
            </a:pPr>
            <a:r>
              <a:rPr lang="es-MX" sz="900" dirty="0"/>
              <a:t>Construcción (DDL) y programación (DML) de Objetos vía PL/SQL en la base de datos.</a:t>
            </a:r>
          </a:p>
          <a:p>
            <a:pPr indent="-93663" algn="just">
              <a:spcBef>
                <a:spcPts val="0"/>
              </a:spcBef>
            </a:pPr>
            <a:r>
              <a:rPr lang="es-MX" sz="900" dirty="0"/>
              <a:t>Migración de información.</a:t>
            </a:r>
          </a:p>
          <a:p>
            <a:pPr indent="-93663" algn="just">
              <a:spcBef>
                <a:spcPts val="0"/>
              </a:spcBef>
            </a:pPr>
            <a:r>
              <a:rPr lang="es-MX" sz="900" dirty="0"/>
              <a:t>Programación en Shell para mantenimiento de módulos de la empresa.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s-MX" altLang="es-MX" sz="900" b="1" dirty="0"/>
              <a:t>XXX </a:t>
            </a:r>
            <a:r>
              <a:rPr lang="es-MX" altLang="es-MX" sz="900" dirty="0"/>
              <a:t>– Administrador de Proyectos TI/Desarrollador Visual Basic 6.0.  </a:t>
            </a:r>
            <a:r>
              <a:rPr lang="es-MX" altLang="es-MX" sz="900" dirty="0" err="1"/>
              <a:t>may</a:t>
            </a:r>
            <a:r>
              <a:rPr lang="es-MX" altLang="es-MX" sz="900" dirty="0"/>
              <a:t> 00 – ene 15</a:t>
            </a:r>
          </a:p>
          <a:p>
            <a:pPr indent="-93663" algn="just">
              <a:spcBef>
                <a:spcPts val="0"/>
              </a:spcBef>
            </a:pPr>
            <a:r>
              <a:rPr lang="es-MX" sz="900" dirty="0"/>
              <a:t>Liderar la implementación de los sistemas asignados.</a:t>
            </a:r>
          </a:p>
          <a:p>
            <a:pPr indent="-93663" algn="just">
              <a:spcBef>
                <a:spcPts val="0"/>
              </a:spcBef>
            </a:pPr>
            <a:r>
              <a:rPr lang="es-MX" sz="900" dirty="0"/>
              <a:t>Analizar los requerimientos funcionales de negocio.</a:t>
            </a:r>
          </a:p>
          <a:p>
            <a:pPr indent="-93663" algn="just">
              <a:spcBef>
                <a:spcPts val="0"/>
              </a:spcBef>
            </a:pPr>
            <a:r>
              <a:rPr lang="es-MX" sz="900" dirty="0"/>
              <a:t>Elaborar prototipos a fin de presentar el flujo de operación.</a:t>
            </a:r>
          </a:p>
          <a:p>
            <a:pPr indent="-93663" algn="just">
              <a:spcBef>
                <a:spcPts val="0"/>
              </a:spcBef>
            </a:pPr>
            <a:r>
              <a:rPr lang="es-MX" sz="900" dirty="0"/>
              <a:t>Organizar equipos de desarrollo mediante planes de trabajo (cronogramas).</a:t>
            </a:r>
          </a:p>
          <a:p>
            <a:pPr indent="-93663" algn="just">
              <a:spcBef>
                <a:spcPts val="0"/>
              </a:spcBef>
            </a:pPr>
            <a:r>
              <a:rPr lang="es-MX" sz="900" dirty="0"/>
              <a:t>Modelar E/R (Entidad/Relación), construir los objetos en Base de datos Oracle (DDL) y programar en PL/SQL (DML).</a:t>
            </a:r>
          </a:p>
          <a:p>
            <a:pPr indent="-93663" algn="just">
              <a:spcBef>
                <a:spcPts val="0"/>
              </a:spcBef>
            </a:pPr>
            <a:r>
              <a:rPr lang="es-MX" sz="900" dirty="0"/>
              <a:t>Supervisar los entregables y coordinar el cierre de las implementaciones en producción.</a:t>
            </a:r>
          </a:p>
          <a:p>
            <a:pPr indent="-93663" algn="just">
              <a:spcBef>
                <a:spcPts val="0"/>
              </a:spcBef>
            </a:pPr>
            <a:r>
              <a:rPr lang="es-MX" sz="900" dirty="0"/>
              <a:t>Comunicación con el cliente y pruebas con usuarios.</a:t>
            </a:r>
          </a:p>
          <a:p>
            <a:pPr indent="-93663" algn="just">
              <a:spcBef>
                <a:spcPts val="0"/>
              </a:spcBef>
            </a:pPr>
            <a:r>
              <a:rPr lang="es-MX" sz="900" dirty="0"/>
              <a:t>Mantenimiento y modificaciones a las aplicaciones.</a:t>
            </a:r>
          </a:p>
          <a:p>
            <a:pPr indent="-93663" algn="just">
              <a:spcBef>
                <a:spcPts val="0"/>
              </a:spcBef>
            </a:pPr>
            <a:r>
              <a:rPr lang="es-MX" sz="900" dirty="0"/>
              <a:t>Revisar y negociar propuestas de solución técnica de proveedores.</a:t>
            </a:r>
          </a:p>
          <a:p>
            <a:pPr indent="-93663" algn="just">
              <a:spcBef>
                <a:spcPts val="0"/>
              </a:spcBef>
            </a:pPr>
            <a:r>
              <a:rPr lang="es-MX" sz="900" dirty="0"/>
              <a:t>Migración de información. </a:t>
            </a:r>
          </a:p>
          <a:p>
            <a:pPr indent="-93663" algn="just">
              <a:spcBef>
                <a:spcPts val="0"/>
              </a:spcBef>
            </a:pPr>
            <a:endParaRPr lang="es-MX" sz="900" dirty="0"/>
          </a:p>
          <a:p>
            <a:pPr algn="just">
              <a:buFont typeface="Wingdings" panose="05000000000000000000" pitchFamily="2" charset="2"/>
              <a:buChar char="Ø"/>
            </a:pPr>
            <a:r>
              <a:rPr lang="es-MX" altLang="es-MX" sz="900" b="1" dirty="0"/>
              <a:t>XXX – </a:t>
            </a:r>
            <a:r>
              <a:rPr lang="es-MX" altLang="es-MX" sz="900" dirty="0"/>
              <a:t>Analista programador. ene 98 - abr 00</a:t>
            </a:r>
          </a:p>
          <a:p>
            <a:pPr indent="-93663" algn="just">
              <a:spcBef>
                <a:spcPts val="0"/>
              </a:spcBef>
            </a:pPr>
            <a:r>
              <a:rPr lang="es-MX" sz="900" dirty="0"/>
              <a:t>Análisis, diseño y desarrollo de sistemas de información tanto en XXX como en XXX.</a:t>
            </a:r>
          </a:p>
          <a:p>
            <a:pPr indent="-93663" algn="just">
              <a:spcBef>
                <a:spcPts val="0"/>
              </a:spcBef>
            </a:pPr>
            <a:r>
              <a:rPr lang="es-MX" sz="900" dirty="0"/>
              <a:t>Mantenimiento a diferentes módulos de los sistemas de las empresas</a:t>
            </a:r>
          </a:p>
          <a:p>
            <a:pPr indent="-93663" algn="just">
              <a:spcBef>
                <a:spcPts val="0"/>
              </a:spcBef>
            </a:pPr>
            <a:r>
              <a:rPr lang="es-MX" sz="900" dirty="0"/>
              <a:t>Base de datos utilizada tanto Access como SQL Server.</a:t>
            </a:r>
          </a:p>
          <a:p>
            <a:pPr indent="-93663" algn="just">
              <a:spcBef>
                <a:spcPts val="0"/>
              </a:spcBef>
            </a:pPr>
            <a:r>
              <a:rPr lang="es-MX" sz="900" dirty="0"/>
              <a:t>Lenguajes de programación tanto Delphi V6 como Visual Basic 5.0.</a:t>
            </a:r>
          </a:p>
          <a:p>
            <a:pPr indent="-93663" algn="just">
              <a:spcBef>
                <a:spcPts val="0"/>
              </a:spcBef>
            </a:pPr>
            <a:endParaRPr lang="es-MX" sz="900" dirty="0"/>
          </a:p>
          <a:p>
            <a:pPr marL="0" indent="0">
              <a:buNone/>
            </a:pPr>
            <a:r>
              <a:rPr lang="es-MX" sz="900" dirty="0"/>
              <a:t>. </a:t>
            </a:r>
          </a:p>
          <a:p>
            <a:pPr marL="0" indent="0">
              <a:buNone/>
            </a:pPr>
            <a:r>
              <a:rPr lang="es-MX" dirty="0"/>
              <a:t>	</a:t>
            </a:r>
          </a:p>
          <a:p>
            <a:pPr indent="-93663" algn="just">
              <a:spcBef>
                <a:spcPts val="0"/>
              </a:spcBef>
            </a:pPr>
            <a:endParaRPr lang="es-MX" sz="900" dirty="0"/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3"/>
          </p:nvPr>
        </p:nvSpPr>
        <p:spPr>
          <a:xfrm>
            <a:off x="152400" y="266015"/>
            <a:ext cx="9144000" cy="374400"/>
          </a:xfrm>
        </p:spPr>
        <p:txBody>
          <a:bodyPr/>
          <a:lstStyle/>
          <a:p>
            <a:r>
              <a:rPr lang="es-ES" b="1" dirty="0"/>
              <a:t>XXX</a:t>
            </a:r>
            <a:endParaRPr lang="es-MX" b="1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>
          <a:xfrm>
            <a:off x="1675926" y="1328762"/>
            <a:ext cx="2376264" cy="252000"/>
          </a:xfrm>
        </p:spPr>
        <p:txBody>
          <a:bodyPr/>
          <a:lstStyle/>
          <a:p>
            <a:r>
              <a:rPr lang="es-ES" sz="1200" dirty="0"/>
              <a:t>XXX</a:t>
            </a:r>
            <a:endParaRPr lang="es-MX" sz="1200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5"/>
          </p:nvPr>
        </p:nvSpPr>
        <p:spPr>
          <a:xfrm>
            <a:off x="1675926" y="1664832"/>
            <a:ext cx="2304256" cy="252000"/>
          </a:xfrm>
        </p:spPr>
        <p:txBody>
          <a:bodyPr/>
          <a:lstStyle/>
          <a:p>
            <a:r>
              <a:rPr lang="en-US" dirty="0"/>
              <a:t>Software Developer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1691680" y="2024872"/>
            <a:ext cx="2089150" cy="252000"/>
          </a:xfrm>
        </p:spPr>
        <p:txBody>
          <a:bodyPr/>
          <a:lstStyle/>
          <a:p>
            <a:r>
              <a:rPr lang="it-IT" dirty="0"/>
              <a:t>Accenture CMT</a:t>
            </a:r>
          </a:p>
          <a:p>
            <a:r>
              <a:rPr lang="it-IT" dirty="0"/>
              <a:t>México  City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7"/>
          </p:nvPr>
        </p:nvSpPr>
        <p:spPr>
          <a:xfrm>
            <a:off x="179952" y="2780928"/>
            <a:ext cx="3960000" cy="1440161"/>
          </a:xfrm>
          <a:solidFill>
            <a:schemeClr val="bg1">
              <a:lumMod val="95000"/>
            </a:schemeClr>
          </a:solidFill>
          <a:ln>
            <a:solidFill>
              <a:srgbClr val="4BACC6">
                <a:alpha val="50196"/>
              </a:srgbClr>
            </a:solidFill>
          </a:ln>
        </p:spPr>
        <p:txBody>
          <a:bodyPr vert="horz" wrap="square" lIns="36000" tIns="36000" rIns="36000" bIns="36000" numCol="1" anchor="t" anchorCtr="0" compatLnSpc="1">
            <a:prstTxWarp prst="textNoShape">
              <a:avLst/>
            </a:prstTxWarp>
          </a:bodyPr>
          <a:lstStyle/>
          <a:p>
            <a:pPr marL="0" indent="0" algn="just">
              <a:spcBef>
                <a:spcPts val="0"/>
              </a:spcBef>
              <a:buNone/>
            </a:pPr>
            <a:r>
              <a:rPr lang="es-MX" sz="900" dirty="0"/>
              <a:t>XXX, es un profesional  con más de 15 años de experiencia en la gestión para la implementación de sistemas de información a lo largo de su ciclo de vida: análisis, diseño, administración de entregables, desarrollo, modelado y construcción de objetos en la base de datos, pruebas, implementación y mantenimiento de aplicaciones.</a:t>
            </a:r>
          </a:p>
          <a:p>
            <a:pPr marL="0" indent="0">
              <a:buNone/>
            </a:pPr>
            <a:r>
              <a:rPr lang="es-MX" sz="900" dirty="0"/>
              <a:t>Es una persona creativa, analítico y con un enfoque hacia la mejora continua, capaz de trabajar en equipo, ofreciendo una actitud proactiva. Enfocado principalmente en la implementación de software. 	</a:t>
            </a:r>
          </a:p>
          <a:p>
            <a:pPr marL="0" indent="0" algn="just">
              <a:spcBef>
                <a:spcPts val="0"/>
              </a:spcBef>
              <a:buNone/>
            </a:pPr>
            <a:endParaRPr lang="es-MX" sz="900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8"/>
          </p:nvPr>
        </p:nvSpPr>
        <p:spPr>
          <a:xfrm>
            <a:off x="179952" y="4437113"/>
            <a:ext cx="3960000" cy="648072"/>
          </a:xfrm>
          <a:solidFill>
            <a:schemeClr val="bg1">
              <a:lumMod val="95000"/>
            </a:schemeClr>
          </a:solidFill>
          <a:ln>
            <a:solidFill>
              <a:srgbClr val="4BACC6">
                <a:alpha val="50196"/>
              </a:srgbClr>
            </a:solidFill>
          </a:ln>
        </p:spPr>
        <p:txBody>
          <a:bodyPr vert="horz" wrap="square" lIns="36000" tIns="36000" rIns="36000" bIns="36000" numCol="1" anchor="t" anchorCtr="0" compatLnSpc="1">
            <a:prstTxWarp prst="textNoShape">
              <a:avLst/>
            </a:prstTxWarp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s-MX" sz="900" b="1" dirty="0"/>
              <a:t>Licenciado en Sistemas de Computación Administrativa </a:t>
            </a:r>
            <a:r>
              <a:rPr lang="es-MX" sz="900" dirty="0"/>
              <a:t>(Titulado) XXX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s-MX" sz="900" b="1" dirty="0"/>
              <a:t>Curso: Coordinador de Proyectos.</a:t>
            </a:r>
            <a:r>
              <a:rPr lang="es-MX" sz="900" dirty="0"/>
              <a:t> XXX(2012)</a:t>
            </a:r>
            <a:endParaRPr lang="es-MX" sz="900" b="1" dirty="0"/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s-MX" sz="900" b="1" dirty="0"/>
              <a:t>Curso: Programación con Visual Basic 6.</a:t>
            </a:r>
            <a:r>
              <a:rPr lang="es-MX" sz="900" dirty="0"/>
              <a:t> </a:t>
            </a:r>
            <a:r>
              <a:rPr lang="es-MX" sz="900"/>
              <a:t>XXX(1998</a:t>
            </a:r>
            <a:r>
              <a:rPr lang="es-MX" sz="900" dirty="0"/>
              <a:t>)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s-MX" sz="900" dirty="0"/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s-MX" sz="900" dirty="0"/>
          </a:p>
        </p:txBody>
      </p:sp>
      <p:sp>
        <p:nvSpPr>
          <p:cNvPr id="19" name="Text Placeholder 18"/>
          <p:cNvSpPr>
            <a:spLocks noGrp="1"/>
          </p:cNvSpPr>
          <p:nvPr>
            <p:ph type="body" sz="quarter" idx="20"/>
          </p:nvPr>
        </p:nvSpPr>
        <p:spPr>
          <a:xfrm>
            <a:off x="152400" y="654840"/>
            <a:ext cx="9144000" cy="324000"/>
          </a:xfrm>
        </p:spPr>
        <p:txBody>
          <a:bodyPr/>
          <a:lstStyle/>
          <a:p>
            <a:r>
              <a:rPr lang="en-US" dirty="0"/>
              <a:t>Software Developer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9512" y="5109310"/>
            <a:ext cx="3960000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s-CL" sz="1200" b="1" dirty="0">
                <a:solidFill>
                  <a:srgbClr val="000000"/>
                </a:solidFill>
                <a:latin typeface="Calibri" panose="020F0502020204030204" pitchFamily="34" charset="0"/>
                <a:cs typeface="Arial" pitchFamily="34" charset="0"/>
              </a:rPr>
              <a:t>Experiencia y Conocimientos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sz="quarter" idx="19"/>
          </p:nvPr>
        </p:nvSpPr>
        <p:spPr>
          <a:xfrm>
            <a:off x="179512" y="5373216"/>
            <a:ext cx="3960000" cy="1368152"/>
          </a:xfrm>
        </p:spPr>
        <p:txBody>
          <a:bodyPr/>
          <a:lstStyle/>
          <a:p>
            <a:pPr algn="just"/>
            <a:r>
              <a:rPr lang="es-MX" sz="900" dirty="0"/>
              <a:t>Analizar los requerimientos funcionales.</a:t>
            </a:r>
          </a:p>
          <a:p>
            <a:pPr algn="just"/>
            <a:r>
              <a:rPr lang="es-MX" sz="900" dirty="0"/>
              <a:t>Creación de presentaciones para representar el flujo de operación.</a:t>
            </a:r>
          </a:p>
          <a:p>
            <a:pPr algn="just"/>
            <a:r>
              <a:rPr lang="es-MX" sz="900" dirty="0"/>
              <a:t>Desarrollo y mantenimiento de sistemas (Visual Basic 5 y 6, Delphi 6).</a:t>
            </a:r>
          </a:p>
          <a:p>
            <a:pPr algn="just"/>
            <a:r>
              <a:rPr lang="es-MX" sz="900" dirty="0"/>
              <a:t>Modelar el Entidad/Relación (Oracle 12c), construir los objetos (DDL) y su programación (DML) mediante PL/SQL en la base de datos.</a:t>
            </a:r>
          </a:p>
          <a:p>
            <a:pPr algn="just"/>
            <a:r>
              <a:rPr lang="es-MX" sz="900" dirty="0"/>
              <a:t>Planificación de equipos de trabajo y sus entregables (Project).</a:t>
            </a:r>
          </a:p>
          <a:p>
            <a:pPr algn="just"/>
            <a:r>
              <a:rPr lang="es-MX" sz="900" dirty="0"/>
              <a:t>Liderar la implementación de aplicaciones.</a:t>
            </a:r>
          </a:p>
          <a:p>
            <a:pPr algn="just"/>
            <a:r>
              <a:rPr lang="es-MX" sz="900" dirty="0"/>
              <a:t>Migración de información (</a:t>
            </a:r>
            <a:r>
              <a:rPr lang="es-MX" sz="900" dirty="0" err="1"/>
              <a:t>Toad</a:t>
            </a:r>
            <a:r>
              <a:rPr lang="es-MX" sz="900" dirty="0"/>
              <a:t> 9.5, SQL </a:t>
            </a:r>
            <a:r>
              <a:rPr lang="es-MX" sz="900" dirty="0" err="1"/>
              <a:t>Developer</a:t>
            </a:r>
            <a:r>
              <a:rPr lang="es-MX" sz="900" dirty="0"/>
              <a:t>).</a:t>
            </a:r>
          </a:p>
          <a:p>
            <a:pPr marL="0" indent="0" algn="just">
              <a:buNone/>
            </a:pPr>
            <a:endParaRPr lang="es-MX" sz="900" dirty="0"/>
          </a:p>
          <a:p>
            <a:pPr marL="0" indent="0" algn="just">
              <a:buNone/>
            </a:pPr>
            <a:endParaRPr lang="es-MX" sz="1000" dirty="0"/>
          </a:p>
        </p:txBody>
      </p:sp>
      <p:sp>
        <p:nvSpPr>
          <p:cNvPr id="13" name="TextBox 19"/>
          <p:cNvSpPr txBox="1"/>
          <p:nvPr/>
        </p:nvSpPr>
        <p:spPr>
          <a:xfrm>
            <a:off x="179952" y="4252447"/>
            <a:ext cx="3960000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s-CL" sz="1200" b="1" dirty="0">
                <a:solidFill>
                  <a:srgbClr val="000000"/>
                </a:solidFill>
                <a:latin typeface="Calibri" panose="020F0502020204030204" pitchFamily="34" charset="0"/>
                <a:cs typeface="Arial" pitchFamily="34" charset="0"/>
              </a:rPr>
              <a:t>Educación</a:t>
            </a:r>
          </a:p>
        </p:txBody>
      </p:sp>
    </p:spTree>
    <p:extLst>
      <p:ext uri="{BB962C8B-B14F-4D97-AF65-F5344CB8AC3E}">
        <p14:creationId xmlns:p14="http://schemas.microsoft.com/office/powerpoint/2010/main" val="14882242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zwXijrOCvUyBHvxazf88kw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HGjeNTtsR0eOTPW863qrxA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coSKP9GdakGcduaPPjti0Q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e.XUVEt1SUe1bEW5yQOq2w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gLvBL1LmK0qHDOp1Tc5.6g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H3HmSEEA.UCRi6HxI9egyg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rXYg2dq11UWqzRpRbzMj.Q"/>
</p:tagLst>
</file>

<file path=ppt/theme/theme1.xml><?xml version="1.0" encoding="utf-8"?>
<a:theme xmlns:a="http://schemas.openxmlformats.org/drawingml/2006/main" name="Accenture_Intermediate_Full">
  <a:themeElements>
    <a:clrScheme name="Accenture_Intermediate_Full 1">
      <a:dk1>
        <a:srgbClr val="000000"/>
      </a:dk1>
      <a:lt1>
        <a:srgbClr val="FFFFFF"/>
      </a:lt1>
      <a:dk2>
        <a:srgbClr val="F8F8F8"/>
      </a:dk2>
      <a:lt2>
        <a:srgbClr val="C0C0C0"/>
      </a:lt2>
      <a:accent1>
        <a:srgbClr val="3366CC"/>
      </a:accent1>
      <a:accent2>
        <a:srgbClr val="FF0066"/>
      </a:accent2>
      <a:accent3>
        <a:srgbClr val="FFFFFF"/>
      </a:accent3>
      <a:accent4>
        <a:srgbClr val="000000"/>
      </a:accent4>
      <a:accent5>
        <a:srgbClr val="ADB8E2"/>
      </a:accent5>
      <a:accent6>
        <a:srgbClr val="E7005C"/>
      </a:accent6>
      <a:hlink>
        <a:srgbClr val="FFCC00"/>
      </a:hlink>
      <a:folHlink>
        <a:srgbClr val="777777"/>
      </a:folHlink>
    </a:clrScheme>
    <a:fontScheme name="Accenture_Intermediate_Ful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8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3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8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3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Accenture_Intermediate_Full 1">
        <a:dk1>
          <a:srgbClr val="000000"/>
        </a:dk1>
        <a:lt1>
          <a:srgbClr val="FFFFFF"/>
        </a:lt1>
        <a:dk2>
          <a:srgbClr val="F8F8F8"/>
        </a:dk2>
        <a:lt2>
          <a:srgbClr val="C0C0C0"/>
        </a:lt2>
        <a:accent1>
          <a:srgbClr val="3366CC"/>
        </a:accent1>
        <a:accent2>
          <a:srgbClr val="FF0066"/>
        </a:accent2>
        <a:accent3>
          <a:srgbClr val="FFFFFF"/>
        </a:accent3>
        <a:accent4>
          <a:srgbClr val="000000"/>
        </a:accent4>
        <a:accent5>
          <a:srgbClr val="ADB8E2"/>
        </a:accent5>
        <a:accent6>
          <a:srgbClr val="E7005C"/>
        </a:accent6>
        <a:hlink>
          <a:srgbClr val="FFCC00"/>
        </a:hlink>
        <a:folHlink>
          <a:srgbClr val="777777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4_srmanager_template">
  <a:themeElements>
    <a:clrScheme name="srmanager_template 8">
      <a:dk1>
        <a:srgbClr val="000000"/>
      </a:dk1>
      <a:lt1>
        <a:srgbClr val="FFFFFF"/>
      </a:lt1>
      <a:dk2>
        <a:srgbClr val="F8F8F8"/>
      </a:dk2>
      <a:lt2>
        <a:srgbClr val="C0C0C0"/>
      </a:lt2>
      <a:accent1>
        <a:srgbClr val="E69E02"/>
      </a:accent1>
      <a:accent2>
        <a:srgbClr val="336633"/>
      </a:accent2>
      <a:accent3>
        <a:srgbClr val="FFFFFF"/>
      </a:accent3>
      <a:accent4>
        <a:srgbClr val="000000"/>
      </a:accent4>
      <a:accent5>
        <a:srgbClr val="F0CCAA"/>
      </a:accent5>
      <a:accent6>
        <a:srgbClr val="2D5C2D"/>
      </a:accent6>
      <a:hlink>
        <a:srgbClr val="FFCC66"/>
      </a:hlink>
      <a:folHlink>
        <a:srgbClr val="CCFFFF"/>
      </a:folHlink>
    </a:clrScheme>
    <a:fontScheme name="4_srmanager_templat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rtlCol="0" anchor="t" anchorCtr="0" compatLnSpc="1">
        <a:prstTxWarp prst="textNoShape">
          <a:avLst/>
        </a:prstTxWarp>
        <a:noAutofit/>
      </a:bodyPr>
      <a:lstStyle>
        <a:defPPr marL="233363" marR="0" indent="-233363" algn="l" defTabSz="914400" rtl="0" eaLnBrk="0" fontAlgn="base" latinLnBrk="0" hangingPunct="0">
          <a:lnSpc>
            <a:spcPct val="95000"/>
          </a:lnSpc>
          <a:spcBef>
            <a:spcPct val="20000"/>
          </a:spcBef>
          <a:spcAft>
            <a:spcPct val="0"/>
          </a:spcAft>
          <a:buClrTx/>
          <a:buSzTx/>
          <a:buFontTx/>
          <a:buChar char="•"/>
          <a:tabLst/>
          <a:defRPr kumimoji="0" sz="1000" b="0" i="0" u="none" strike="noStrike" cap="none" normalizeH="0" baseline="0" dirty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spDef>
    <a:lnDef>
      <a:spPr bwMode="auto"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/>
      <a:lstStyle/>
    </a:lnDef>
  </a:objectDefaults>
  <a:extraClrSchemeLst>
    <a:extraClrScheme>
      <a:clrScheme name="srmanager_template 1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4D4D4"/>
        </a:accent6>
        <a:hlink>
          <a:srgbClr val="5F5F5F"/>
        </a:hlink>
        <a:folHlink>
          <a:srgbClr val="CBCBCB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rmanager_template 2">
        <a:dk1>
          <a:srgbClr val="000000"/>
        </a:dk1>
        <a:lt1>
          <a:srgbClr val="FFFFFF"/>
        </a:lt1>
        <a:dk2>
          <a:srgbClr val="F8F8F8"/>
        </a:dk2>
        <a:lt2>
          <a:srgbClr val="C0C0C0"/>
        </a:lt2>
        <a:accent1>
          <a:srgbClr val="006699"/>
        </a:accent1>
        <a:accent2>
          <a:srgbClr val="FF6600"/>
        </a:accent2>
        <a:accent3>
          <a:srgbClr val="FFFFFF"/>
        </a:accent3>
        <a:accent4>
          <a:srgbClr val="000000"/>
        </a:accent4>
        <a:accent5>
          <a:srgbClr val="AAB8CA"/>
        </a:accent5>
        <a:accent6>
          <a:srgbClr val="E75C00"/>
        </a:accent6>
        <a:hlink>
          <a:srgbClr val="663399"/>
        </a:hlink>
        <a:folHlink>
          <a:srgbClr val="FF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rmanager_template 3">
        <a:dk1>
          <a:srgbClr val="000000"/>
        </a:dk1>
        <a:lt1>
          <a:srgbClr val="FFFFFF"/>
        </a:lt1>
        <a:dk2>
          <a:srgbClr val="F8F8F8"/>
        </a:dk2>
        <a:lt2>
          <a:srgbClr val="C0C0C0"/>
        </a:lt2>
        <a:accent1>
          <a:srgbClr val="336633"/>
        </a:accent1>
        <a:accent2>
          <a:srgbClr val="336666"/>
        </a:accent2>
        <a:accent3>
          <a:srgbClr val="FFFFFF"/>
        </a:accent3>
        <a:accent4>
          <a:srgbClr val="000000"/>
        </a:accent4>
        <a:accent5>
          <a:srgbClr val="ADB8AD"/>
        </a:accent5>
        <a:accent6>
          <a:srgbClr val="2D5C5C"/>
        </a:accent6>
        <a:hlink>
          <a:srgbClr val="990033"/>
        </a:hlink>
        <a:folHlink>
          <a:srgbClr val="66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rmanager_template 4">
        <a:dk1>
          <a:srgbClr val="000000"/>
        </a:dk1>
        <a:lt1>
          <a:srgbClr val="FFFFFF"/>
        </a:lt1>
        <a:dk2>
          <a:srgbClr val="F8F8F8"/>
        </a:dk2>
        <a:lt2>
          <a:srgbClr val="C0C0C0"/>
        </a:lt2>
        <a:accent1>
          <a:srgbClr val="CCCC33"/>
        </a:accent1>
        <a:accent2>
          <a:srgbClr val="66CC00"/>
        </a:accent2>
        <a:accent3>
          <a:srgbClr val="FFFFFF"/>
        </a:accent3>
        <a:accent4>
          <a:srgbClr val="000000"/>
        </a:accent4>
        <a:accent5>
          <a:srgbClr val="E2E2AD"/>
        </a:accent5>
        <a:accent6>
          <a:srgbClr val="5CB900"/>
        </a:accent6>
        <a:hlink>
          <a:srgbClr val="0099CC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rmanager_template 5">
        <a:dk1>
          <a:srgbClr val="000000"/>
        </a:dk1>
        <a:lt1>
          <a:srgbClr val="FFFFFF"/>
        </a:lt1>
        <a:dk2>
          <a:srgbClr val="F8F8F8"/>
        </a:dk2>
        <a:lt2>
          <a:srgbClr val="C0C0C0"/>
        </a:lt2>
        <a:accent1>
          <a:srgbClr val="FFCC66"/>
        </a:accent1>
        <a:accent2>
          <a:srgbClr val="006600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5C00"/>
        </a:accent6>
        <a:hlink>
          <a:srgbClr val="000033"/>
        </a:hlink>
        <a:folHlink>
          <a:srgbClr val="0033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rmanager_template 6">
        <a:dk1>
          <a:srgbClr val="000000"/>
        </a:dk1>
        <a:lt1>
          <a:srgbClr val="FFFFFF"/>
        </a:lt1>
        <a:dk2>
          <a:srgbClr val="F8F8F8"/>
        </a:dk2>
        <a:lt2>
          <a:srgbClr val="C0C0C0"/>
        </a:lt2>
        <a:accent1>
          <a:srgbClr val="FFCC66"/>
        </a:accent1>
        <a:accent2>
          <a:srgbClr val="336633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2D5C2D"/>
        </a:accent6>
        <a:hlink>
          <a:srgbClr val="000033"/>
        </a:hlink>
        <a:folHlink>
          <a:srgbClr val="CCFF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rmanager_template 7">
        <a:dk1>
          <a:srgbClr val="000000"/>
        </a:dk1>
        <a:lt1>
          <a:srgbClr val="FFFFFF"/>
        </a:lt1>
        <a:dk2>
          <a:srgbClr val="F8F8F8"/>
        </a:dk2>
        <a:lt2>
          <a:srgbClr val="C0C0C0"/>
        </a:lt2>
        <a:accent1>
          <a:srgbClr val="FFCC66"/>
        </a:accent1>
        <a:accent2>
          <a:srgbClr val="336633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2D5C2D"/>
        </a:accent6>
        <a:hlink>
          <a:srgbClr val="FFCC66"/>
        </a:hlink>
        <a:folHlink>
          <a:srgbClr val="CCFF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rmanager_template 8">
        <a:dk1>
          <a:srgbClr val="000000"/>
        </a:dk1>
        <a:lt1>
          <a:srgbClr val="FFFFFF"/>
        </a:lt1>
        <a:dk2>
          <a:srgbClr val="F8F8F8"/>
        </a:dk2>
        <a:lt2>
          <a:srgbClr val="C0C0C0"/>
        </a:lt2>
        <a:accent1>
          <a:srgbClr val="E69E02"/>
        </a:accent1>
        <a:accent2>
          <a:srgbClr val="336633"/>
        </a:accent2>
        <a:accent3>
          <a:srgbClr val="FFFFFF"/>
        </a:accent3>
        <a:accent4>
          <a:srgbClr val="000000"/>
        </a:accent4>
        <a:accent5>
          <a:srgbClr val="F0CCAA"/>
        </a:accent5>
        <a:accent6>
          <a:srgbClr val="2D5C2D"/>
        </a:accent6>
        <a:hlink>
          <a:srgbClr val="FFCC66"/>
        </a:hlink>
        <a:folHlink>
          <a:srgbClr val="CCFF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rmanager_template 9">
        <a:dk1>
          <a:srgbClr val="000000"/>
        </a:dk1>
        <a:lt1>
          <a:srgbClr val="FFFFFF"/>
        </a:lt1>
        <a:dk2>
          <a:srgbClr val="F8F8F8"/>
        </a:dk2>
        <a:lt2>
          <a:srgbClr val="C0C0C0"/>
        </a:lt2>
        <a:accent1>
          <a:srgbClr val="E69E02"/>
        </a:accent1>
        <a:accent2>
          <a:srgbClr val="FFCC66"/>
        </a:accent2>
        <a:accent3>
          <a:srgbClr val="FFFFFF"/>
        </a:accent3>
        <a:accent4>
          <a:srgbClr val="000000"/>
        </a:accent4>
        <a:accent5>
          <a:srgbClr val="F0CCAA"/>
        </a:accent5>
        <a:accent6>
          <a:srgbClr val="E7B95C"/>
        </a:accent6>
        <a:hlink>
          <a:srgbClr val="336633"/>
        </a:hlink>
        <a:folHlink>
          <a:srgbClr val="CCFFFF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8502</TotalTime>
  <Words>453</Words>
  <Application>Microsoft Office PowerPoint</Application>
  <PresentationFormat>Presentación en pantalla (4:3)</PresentationFormat>
  <Paragraphs>46</Paragraphs>
  <Slides>1</Slides>
  <Notes>0</Notes>
  <HiddenSlides>0</HiddenSlides>
  <MMClips>0</MMClips>
  <ScaleCrop>false</ScaleCrop>
  <HeadingPairs>
    <vt:vector size="8" baseType="variant">
      <vt:variant>
        <vt:lpstr>Fuentes usadas</vt:lpstr>
      </vt:variant>
      <vt:variant>
        <vt:i4>7</vt:i4>
      </vt:variant>
      <vt:variant>
        <vt:lpstr>Tema</vt:lpstr>
      </vt:variant>
      <vt:variant>
        <vt:i4>2</vt:i4>
      </vt:variant>
      <vt:variant>
        <vt:lpstr>Servidores OLE incrustados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11" baseType="lpstr">
      <vt:lpstr>Arial</vt:lpstr>
      <vt:lpstr>Calibri</vt:lpstr>
      <vt:lpstr>Courier New</vt:lpstr>
      <vt:lpstr>Libre Sans Serif SSi</vt:lpstr>
      <vt:lpstr>Marlett</vt:lpstr>
      <vt:lpstr>Symbol</vt:lpstr>
      <vt:lpstr>Wingdings</vt:lpstr>
      <vt:lpstr>Accenture_Intermediate_Full</vt:lpstr>
      <vt:lpstr>4_srmanager_template</vt:lpstr>
      <vt:lpstr>think-cell Slide</vt:lpstr>
      <vt:lpstr>Presentación de PowerPoint</vt:lpstr>
    </vt:vector>
  </TitlesOfParts>
  <Company>Accenture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ANEXOS</dc:title>
  <dc:creator>DUANE MEZA</dc:creator>
  <cp:lastModifiedBy>Efren Garcia</cp:lastModifiedBy>
  <cp:revision>554</cp:revision>
  <dcterms:created xsi:type="dcterms:W3CDTF">2013-06-14T20:35:11Z</dcterms:created>
  <dcterms:modified xsi:type="dcterms:W3CDTF">2016-09-09T15:04:22Z</dcterms:modified>
</cp:coreProperties>
</file>